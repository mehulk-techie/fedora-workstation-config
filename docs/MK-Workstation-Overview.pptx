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1c10559-09e1-e204-0d67-bbe9cf5d7a59}">
          <p14:sldIdLst>
            <p14:sldId id="256"/>
            <p14:sldId id="257"/>
          </p14:sldIdLst>
        </p14:section>
        <p14:section name="Your desktop" id="{c2807fab-5776-b1b6-92e8-fe965b38da05}">
          <p14:sldIdLst>
            <p14:sldId id="258"/>
            <p14:sldId id="259"/>
            <p14:sldId id="260"/>
          </p14:sldIdLst>
        </p14:section>
        <p14:section name="MK Notes" id="{fffe0bb9-94c2-c0fa-f7a8-fbabae724af8}">
          <p14:sldIdLst>
            <p14:sldId id="261"/>
            <p14:sldId id="262"/>
          </p14:sldIdLst>
        </p14:section>
        <p14:section name="Focus and tools" id="{126a9600-37da-0f0f-0e67-9816ddce905b}">
          <p14:sldIdLst>
            <p14:sldId id="263"/>
            <p14:sldId id="264"/>
            <p14:sldId id="265"/>
          </p14:sldIdLst>
        </p14:section>
        <p14:section name="Your computer" id="{beb51562-1496-2da5-eddf-f45a21aed927}">
          <p14:sldIdLst>
            <p14:sldId id="266"/>
            <p14:sldId id="267"/>
            <p14:sldId id="268"/>
          </p14:sldIdLst>
        </p14:section>
        <p14:section name="Get started" id="{4893a20b-310e-227c-f387-228dbd0eb82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open a compact card of live windows, at once. Each window takes the same finger travel, the mouse works too, and 1 to 9 sends the selected window to that desktop.Alt+Tab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away for a few minutes and a scene plays: a brick-built masked hero hanging beside a skyscraper, a brick-built caped knight in the rain, or hexadecimal rain that decodes the time. A video or call keeps it away; any touch brings you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bar has a light system monitor with a speed test, a media tile for Spotify or any player with seek and speaker choice, and clipboard history on Super+V.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TsTTSamSPF/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TsTTSamSPF/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TsTTSamSPF/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 window, live, one swipe away</a:t>
            </a:r>
            <a:endParaRPr lang="en-US" sz="3000" dirty="0"/>
          </a:p>
        </p:txBody>
      </p:sp>
      <p:pic>
        <p:nvPicPr>
          <p:cNvPr id="5" name="alttab-19" descr="/tmp/tmp.TsTTSamSPF/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A compact card of live windows that appears at once</a:t>
            </a:r>
            <a:endParaRPr lang="en-US" sz="1000" dirty="0"/>
          </a:p>
        </p:txBody>
      </p:sp>
      <p:sp>
        <p:nvSpPr>
          <p:cNvPr id="7" name="dot-21"/>
          <p:cNvSpPr/>
          <p:nvPr/>
        </p:nvSpPr>
        <p:spPr>
          <a:xfrm>
            <a:off x="5852160" y="1344168"/>
            <a:ext cx="384048" cy="384048"/>
          </a:xfrm>
          <a:prstGeom prst="ellipse">
            <a:avLst/>
          </a:prstGeom>
          <a:solidFill>
            <a:schemeClr val="accent1"/>
          </a:solidFill>
          <a:ln/>
        </p:spPr>
      </p:sp>
      <p:pic>
        <p:nvPicPr>
          <p:cNvPr id="8" name="icon-22" descr="/tmp/tmp.TsTTSamSPF/icons/view-grid.png">    </p:cNvPr>
          <p:cNvPicPr>
            <a:picLocks noChangeAspect="1"/>
          </p:cNvPicPr>
          <p:nvPr/>
        </p:nvPicPr>
        <p:blipFill>
          <a:blip r:embed="rId2"/>
          <a:stretch>
            <a:fillRect/>
          </a:stretch>
        </p:blipFill>
        <p:spPr>
          <a:xfrm>
            <a:off x="5943600" y="1435608"/>
            <a:ext cx="201168" cy="201168"/>
          </a:xfrm>
          <a:prstGeom prst="rect">
            <a:avLst/>
          </a:prstGeom>
        </p:spPr>
      </p:pic>
      <p:sp>
        <p:nvSpPr>
          <p:cNvPr id="9"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Live previews</a:t>
            </a:r>
            <a:endParaRPr lang="en-US" sz="1400" dirty="0"/>
          </a:p>
          <a:p>
            <a:pPr indent="0" marL="0">
              <a:spcAft>
                <a:spcPts val="100"/>
              </a:spcAft>
              <a:buNone/>
            </a:pPr>
            <a:r>
              <a:rPr lang="en-US" sz="1400" dirty="0">
                <a:solidFill>
                  <a:schemeClr val="tx2"/>
                </a:solidFill>
              </a:rPr>
              <a:t>titles, icons, which desktop</a:t>
            </a:r>
            <a:endParaRPr lang="en-US" sz="1400" dirty="0"/>
          </a:p>
        </p:txBody>
      </p:sp>
      <p:sp>
        <p:nvSpPr>
          <p:cNvPr id="10" name="dot-24"/>
          <p:cNvSpPr/>
          <p:nvPr/>
        </p:nvSpPr>
        <p:spPr>
          <a:xfrm>
            <a:off x="5852160" y="2121408"/>
            <a:ext cx="384048" cy="384048"/>
          </a:xfrm>
          <a:prstGeom prst="ellipse">
            <a:avLst/>
          </a:prstGeom>
          <a:solidFill>
            <a:schemeClr val="accent1"/>
          </a:solidFill>
          <a:ln/>
        </p:spPr>
      </p:sp>
      <p:pic>
        <p:nvPicPr>
          <p:cNvPr id="11" name="icon-25" descr="/tmp/tmp.TsTTSamSPF/icons/input-touchpad.png">    </p:cNvPr>
          <p:cNvPicPr>
            <a:picLocks noChangeAspect="1"/>
          </p:cNvPicPr>
          <p:nvPr/>
        </p:nvPicPr>
        <p:blipFill>
          <a:blip r:embed="rId3"/>
          <a:stretch>
            <a:fillRect/>
          </a:stretch>
        </p:blipFill>
        <p:spPr>
          <a:xfrm>
            <a:off x="5943600" y="2212848"/>
            <a:ext cx="201168" cy="201168"/>
          </a:xfrm>
          <a:prstGeom prst="rect">
            <a:avLst/>
          </a:prstGeom>
        </p:spPr>
      </p:pic>
      <p:sp>
        <p:nvSpPr>
          <p:cNvPr id="12"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13" name="dot-27"/>
          <p:cNvSpPr/>
          <p:nvPr/>
        </p:nvSpPr>
        <p:spPr>
          <a:xfrm>
            <a:off x="5852160" y="2898648"/>
            <a:ext cx="384048" cy="384048"/>
          </a:xfrm>
          <a:prstGeom prst="ellipse">
            <a:avLst/>
          </a:prstGeom>
          <a:solidFill>
            <a:schemeClr val="accent1"/>
          </a:solidFill>
          <a:ln/>
        </p:spPr>
      </p:sp>
      <p:pic>
        <p:nvPicPr>
          <p:cNvPr id="14" name="icon-28" descr="/tmp/tmp.TsTTSamSPF/icons/view-dual.png">    </p:cNvPr>
          <p:cNvPicPr>
            <a:picLocks noChangeAspect="1"/>
          </p:cNvPicPr>
          <p:nvPr/>
        </p:nvPicPr>
        <p:blipFill>
          <a:blip r:embed="rId4"/>
          <a:stretch>
            <a:fillRect/>
          </a:stretch>
        </p:blipFill>
        <p:spPr>
          <a:xfrm>
            <a:off x="5943600" y="2990088"/>
            <a:ext cx="201168" cy="201168"/>
          </a:xfrm>
          <a:prstGeom prst="rect">
            <a:avLst/>
          </a:prstGeom>
        </p:spPr>
      </p:pic>
      <p:sp>
        <p:nvSpPr>
          <p:cNvPr id="15"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Move as you go</a:t>
            </a:r>
            <a:endParaRPr lang="en-US" sz="1400" dirty="0"/>
          </a:p>
          <a:p>
            <a:pPr indent="0" marL="0">
              <a:spcAft>
                <a:spcPts val="100"/>
              </a:spcAft>
              <a:buNone/>
            </a:pPr>
            <a:r>
              <a:rPr lang="en-US" sz="1400" dirty="0">
                <a:solidFill>
                  <a:schemeClr val="tx2"/>
                </a:solidFill>
              </a:rPr>
              <a:t>1–9 sends it to that desktop</a:t>
            </a:r>
            <a:endParaRPr lang="en-US" sz="1400" dirty="0"/>
          </a:p>
        </p:txBody>
      </p:sp>
      <p:sp>
        <p:nvSpPr>
          <p:cNvPr id="16" name="dot-30"/>
          <p:cNvSpPr/>
          <p:nvPr/>
        </p:nvSpPr>
        <p:spPr>
          <a:xfrm>
            <a:off x="5852160" y="3675888"/>
            <a:ext cx="384048" cy="384048"/>
          </a:xfrm>
          <a:prstGeom prst="ellipse">
            <a:avLst/>
          </a:prstGeom>
          <a:solidFill>
            <a:schemeClr val="accent1"/>
          </a:solidFill>
          <a:ln/>
        </p:spPr>
      </p:sp>
      <p:pic>
        <p:nvPicPr>
          <p:cNvPr id="17" name="icon-31" descr="/tmp/tmp.TsTTSamSPF/icons/system-run.png">    </p:cNvPr>
          <p:cNvPicPr>
            <a:picLocks noChangeAspect="1"/>
          </p:cNvPicPr>
          <p:nvPr/>
        </p:nvPicPr>
        <p:blipFill>
          <a:blip r:embed="rId5"/>
          <a:stretch>
            <a:fillRect/>
          </a:stretch>
        </p:blipFill>
        <p:spPr>
          <a:xfrm>
            <a:off x="5943600" y="3767328"/>
            <a:ext cx="201168" cy="201168"/>
          </a:xfrm>
          <a:prstGeom prst="rect">
            <a:avLst/>
          </a:prstGeom>
        </p:spPr>
      </p:pic>
      <p:sp>
        <p:nvSpPr>
          <p:cNvPr id="18"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TsTTSamSPF/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TsTTSamSPF/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TsTTSamSPF/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TsTTSamSPF/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TsTTSamSPF/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TsTTSamSPF/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TsTTSamSPF/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TsTTSamSPF/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TsTTSamSPF/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the same twice</a:t>
            </a:r>
            <a:endParaRPr lang="en-US" sz="1400" dirty="0"/>
          </a:p>
          <a:p>
            <a:pPr indent="0" marL="0">
              <a:spcAft>
                <a:spcPts val="100"/>
              </a:spcAft>
              <a:buNone/>
            </a:pPr>
            <a:r>
              <a:rPr lang="en-US" sz="1400" dirty="0">
                <a:solidFill>
                  <a:schemeClr val="tx2"/>
                </a:solidFill>
              </a:rPr>
              <a:t>morning, Friday, birthday, or your lines</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TsTTSamSPF/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TsTTSamSPF/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TsTTSamSPF/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TsTTSamSPF/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TsTTSamSPF/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TsTTSamSPF/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TsTTSamSPF/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TsTTSamSPF/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encrypted</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TsTTSamSPF/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TsTTSamSPF/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TsTTSamSPF/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TsTTSamSPF/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TsTTSamSPF/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TsTTSamSPF/icons/edit-paste.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Quick capture</a:t>
            </a:r>
            <a:endParaRPr lang="en-US" sz="1500" dirty="0"/>
          </a:p>
          <a:p>
            <a:pPr indent="0" marL="0">
              <a:spcAft>
                <a:spcPts val="300"/>
              </a:spcAft>
              <a:buNone/>
            </a:pPr>
            <a:r>
              <a:rPr lang="en-US" sz="1200" dirty="0">
                <a:solidFill>
                  <a:schemeClr val="tx2"/>
                </a:solidFill>
              </a:rPr>
              <a:t>Super+Ctrl+N from anywhere</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TsTTSamSPF/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AWAY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Screensavers worth stepping away for</a:t>
            </a:r>
            <a:endParaRPr lang="en-US" sz="3000" dirty="0"/>
          </a:p>
        </p:txBody>
      </p:sp>
      <p:pic>
        <p:nvPicPr>
          <p:cNvPr id="5" name="scene-web-107" descr="/tmp/tmp.TsTTSamSPF/img/scene-web.jpg">    </p:cNvPr>
          <p:cNvPicPr>
            <a:picLocks noChangeAspect="1"/>
          </p:cNvPicPr>
          <p:nvPr/>
        </p:nvPicPr>
        <p:blipFill>
          <a:blip r:embed="rId1"/>
          <a:stretch>
            <a:fillRect/>
          </a:stretch>
        </p:blipFill>
        <p:spPr>
          <a:xfrm>
            <a:off x="45720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6" name="scene-knight-108" descr="/tmp/tmp.TsTTSamSPF/img/scene-knight.jpg">    </p:cNvPr>
          <p:cNvPicPr>
            <a:picLocks noChangeAspect="1"/>
          </p:cNvPicPr>
          <p:nvPr/>
        </p:nvPicPr>
        <p:blipFill>
          <a:blip r:embed="rId2"/>
          <a:stretch>
            <a:fillRect/>
          </a:stretch>
        </p:blipFill>
        <p:spPr>
          <a:xfrm>
            <a:off x="324612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7" name="scene-matrix-109" descr="/tmp/tmp.TsTTSamSPF/img/scene-matrix.jpg">    </p:cNvPr>
          <p:cNvPicPr>
            <a:picLocks noChangeAspect="1"/>
          </p:cNvPicPr>
          <p:nvPr/>
        </p:nvPicPr>
        <p:blipFill>
          <a:blip r:embed="rId3"/>
          <a:stretch>
            <a:fillRect/>
          </a:stretch>
        </p:blipFill>
        <p:spPr>
          <a:xfrm>
            <a:off x="6035040" y="1280160"/>
            <a:ext cx="2651760" cy="1490472"/>
          </a:xfrm>
          <a:prstGeom prst="rect">
            <a:avLst/>
          </a:prstGeom>
          <a:effectLst>
            <a:outerShdw sx="100000" sy="100000" kx="0" ky="0" algn="bl" rotWithShape="0" blurRad="127000" dist="38100" dir="5400000">
              <a:srgbClr val="0B1430">
                <a:alpha val="18000"/>
              </a:srgbClr>
            </a:outerShdw>
          </a:effectLst>
        </p:spPr>
      </p:pic>
      <p:sp>
        <p:nvSpPr>
          <p:cNvPr id="8" name="caption-110"/>
          <p:cNvSpPr txBox="1"/>
          <p:nvPr/>
        </p:nvSpPr>
        <p:spPr>
          <a:xfrm>
            <a:off x="457200" y="2852928"/>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Web Hang · Night Watch · Terminal Stream</a:t>
            </a:r>
            <a:endParaRPr lang="en-US" sz="1000" dirty="0"/>
          </a:p>
        </p:txBody>
      </p:sp>
      <p:sp>
        <p:nvSpPr>
          <p:cNvPr id="9" name="dot-111"/>
          <p:cNvSpPr/>
          <p:nvPr/>
        </p:nvSpPr>
        <p:spPr>
          <a:xfrm>
            <a:off x="457200" y="3310128"/>
            <a:ext cx="384048" cy="384048"/>
          </a:xfrm>
          <a:prstGeom prst="ellipse">
            <a:avLst/>
          </a:prstGeom>
          <a:solidFill>
            <a:schemeClr val="accent1"/>
          </a:solidFill>
          <a:ln/>
        </p:spPr>
      </p:sp>
      <p:pic>
        <p:nvPicPr>
          <p:cNvPr id="10" name="icon-112" descr="/tmp/tmp.TsTTSamSPF/icons/weather-clear-night.png">    </p:cNvPr>
          <p:cNvPicPr>
            <a:picLocks noChangeAspect="1"/>
          </p:cNvPicPr>
          <p:nvPr/>
        </p:nvPicPr>
        <p:blipFill>
          <a:blip r:embed="rId4"/>
          <a:stretch>
            <a:fillRect/>
          </a:stretch>
        </p:blipFill>
        <p:spPr>
          <a:xfrm>
            <a:off x="548640" y="3401568"/>
            <a:ext cx="201168" cy="201168"/>
          </a:xfrm>
          <a:prstGeom prst="rect">
            <a:avLst/>
          </a:prstGeom>
        </p:spPr>
      </p:pic>
      <p:sp>
        <p:nvSpPr>
          <p:cNvPr id="11" name="row-113"/>
          <p:cNvSpPr txBox="1"/>
          <p:nvPr/>
        </p:nvSpPr>
        <p:spPr>
          <a:xfrm>
            <a:off x="96012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When you step away</a:t>
            </a:r>
            <a:endParaRPr lang="en-US" sz="1400" dirty="0"/>
          </a:p>
          <a:p>
            <a:pPr indent="0" marL="0">
              <a:spcAft>
                <a:spcPts val="100"/>
              </a:spcAft>
              <a:buNone/>
            </a:pPr>
            <a:r>
              <a:rPr lang="en-US" sz="1400" dirty="0">
                <a:solidFill>
                  <a:schemeClr val="tx2"/>
                </a:solidFill>
              </a:rPr>
              <a:t>after a few idle minutes; any touch ends it</a:t>
            </a:r>
            <a:endParaRPr lang="en-US" sz="1400" dirty="0"/>
          </a:p>
        </p:txBody>
      </p:sp>
      <p:sp>
        <p:nvSpPr>
          <p:cNvPr id="12" name="dot-114"/>
          <p:cNvSpPr/>
          <p:nvPr/>
        </p:nvSpPr>
        <p:spPr>
          <a:xfrm>
            <a:off x="4663440" y="3310128"/>
            <a:ext cx="384048" cy="384048"/>
          </a:xfrm>
          <a:prstGeom prst="ellipse">
            <a:avLst/>
          </a:prstGeom>
          <a:solidFill>
            <a:schemeClr val="accent1"/>
          </a:solidFill>
          <a:ln/>
        </p:spPr>
      </p:sp>
      <p:pic>
        <p:nvPicPr>
          <p:cNvPr id="13" name="icon-115" descr="/tmp/tmp.TsTTSamSPF/icons/video-display.png">    </p:cNvPr>
          <p:cNvPicPr>
            <a:picLocks noChangeAspect="1"/>
          </p:cNvPicPr>
          <p:nvPr/>
        </p:nvPicPr>
        <p:blipFill>
          <a:blip r:embed="rId5"/>
          <a:stretch>
            <a:fillRect/>
          </a:stretch>
        </p:blipFill>
        <p:spPr>
          <a:xfrm>
            <a:off x="4754880" y="3401568"/>
            <a:ext cx="201168" cy="201168"/>
          </a:xfrm>
          <a:prstGeom prst="rect">
            <a:avLst/>
          </a:prstGeom>
        </p:spPr>
      </p:pic>
      <p:sp>
        <p:nvSpPr>
          <p:cNvPr id="14" name="row-116"/>
          <p:cNvSpPr txBox="1"/>
          <p:nvPr/>
        </p:nvSpPr>
        <p:spPr>
          <a:xfrm>
            <a:off x="516636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over a film</a:t>
            </a:r>
            <a:endParaRPr lang="en-US" sz="1400" dirty="0"/>
          </a:p>
          <a:p>
            <a:pPr indent="0" marL="0">
              <a:spcAft>
                <a:spcPts val="100"/>
              </a:spcAft>
              <a:buNone/>
            </a:pPr>
            <a:r>
              <a:rPr lang="en-US" sz="1400" dirty="0">
                <a:solidFill>
                  <a:schemeClr val="tx2"/>
                </a:solidFill>
              </a:rPr>
              <a:t>videos and calls keep it away</a:t>
            </a:r>
            <a:endParaRPr lang="en-US" sz="1400" dirty="0"/>
          </a:p>
        </p:txBody>
      </p:sp>
      <p:sp>
        <p:nvSpPr>
          <p:cNvPr id="15" name="dot-117"/>
          <p:cNvSpPr/>
          <p:nvPr/>
        </p:nvSpPr>
        <p:spPr>
          <a:xfrm>
            <a:off x="457200" y="3995928"/>
            <a:ext cx="384048" cy="384048"/>
          </a:xfrm>
          <a:prstGeom prst="ellipse">
            <a:avLst/>
          </a:prstGeom>
          <a:solidFill>
            <a:schemeClr val="accent1"/>
          </a:solidFill>
          <a:ln/>
        </p:spPr>
      </p:sp>
      <p:pic>
        <p:nvPicPr>
          <p:cNvPr id="16" name="icon-118" descr="/tmp/tmp.TsTTSamSPF/icons/alarm.png">    </p:cNvPr>
          <p:cNvPicPr>
            <a:picLocks noChangeAspect="1"/>
          </p:cNvPicPr>
          <p:nvPr/>
        </p:nvPicPr>
        <p:blipFill>
          <a:blip r:embed="rId6"/>
          <a:stretch>
            <a:fillRect/>
          </a:stretch>
        </p:blipFill>
        <p:spPr>
          <a:xfrm>
            <a:off x="548640" y="4087368"/>
            <a:ext cx="201168" cy="201168"/>
          </a:xfrm>
          <a:prstGeom prst="rect">
            <a:avLst/>
          </a:prstGeom>
        </p:spPr>
      </p:pic>
      <p:sp>
        <p:nvSpPr>
          <p:cNvPr id="17" name="row-119"/>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Focus timer</a:t>
            </a:r>
            <a:endParaRPr lang="en-US" sz="1400" dirty="0"/>
          </a:p>
          <a:p>
            <a:pPr indent="0" marL="0">
              <a:spcAft>
                <a:spcPts val="100"/>
              </a:spcAft>
              <a:buNone/>
            </a:pPr>
            <a:r>
              <a:rPr lang="en-US" sz="1400" dirty="0">
                <a:solidFill>
                  <a:schemeClr val="tx2"/>
                </a:solidFill>
              </a:rPr>
              <a:t>countdown in the top bar, then a little party</a:t>
            </a:r>
            <a:endParaRPr lang="en-US" sz="1400" dirty="0"/>
          </a:p>
        </p:txBody>
      </p:sp>
      <p:sp>
        <p:nvSpPr>
          <p:cNvPr id="18" name="dot-120"/>
          <p:cNvSpPr/>
          <p:nvPr/>
        </p:nvSpPr>
        <p:spPr>
          <a:xfrm>
            <a:off x="4663440" y="3995928"/>
            <a:ext cx="384048" cy="384048"/>
          </a:xfrm>
          <a:prstGeom prst="ellipse">
            <a:avLst/>
          </a:prstGeom>
          <a:solidFill>
            <a:schemeClr val="accent1"/>
          </a:solidFill>
          <a:ln/>
        </p:spPr>
      </p:sp>
      <p:pic>
        <p:nvPicPr>
          <p:cNvPr id="19" name="icon-121" descr="/tmp/tmp.TsTTSamSPF/icons/system-run.png">    </p:cNvPr>
          <p:cNvPicPr>
            <a:picLocks noChangeAspect="1"/>
          </p:cNvPicPr>
          <p:nvPr/>
        </p:nvPicPr>
        <p:blipFill>
          <a:blip r:embed="rId7"/>
          <a:stretch>
            <a:fillRect/>
          </a:stretch>
        </p:blipFill>
        <p:spPr>
          <a:xfrm>
            <a:off x="4754880" y="4087368"/>
            <a:ext cx="201168" cy="201168"/>
          </a:xfrm>
          <a:prstGeom prst="rect">
            <a:avLst/>
          </a:prstGeom>
        </p:spPr>
      </p:pic>
      <p:sp>
        <p:nvSpPr>
          <p:cNvPr id="20" name="row-122"/>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the machine</a:t>
            </a:r>
            <a:endParaRPr lang="en-US" sz="1400" dirty="0"/>
          </a:p>
          <a:p>
            <a:pPr indent="0" marL="0">
              <a:spcAft>
                <a:spcPts val="100"/>
              </a:spcAft>
              <a:buNone/>
            </a:pPr>
            <a:r>
              <a:rPr lang="en-US" sz="1400" dirty="0">
                <a:solidFill>
                  <a:schemeClr val="tx2"/>
                </a:solidFill>
              </a:rPr>
              <a:t>30 fps, still parts drawn once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TsTTSamSPF/img/speedtest.jpg">    </p:cNvPr>
          <p:cNvPicPr>
            <a:picLocks noChangeAspect="1"/>
          </p:cNvPicPr>
          <p:nvPr/>
        </p:nvPicPr>
        <p:blipFill>
          <a:blip r:embed="rId1"/>
          <a:stretch>
            <a:fillRect/>
          </a:stretch>
        </p:blipFill>
        <p:spPr>
          <a:xfrm>
            <a:off x="457200" y="1280160"/>
            <a:ext cx="1700784" cy="2926080"/>
          </a:xfrm>
          <a:prstGeom prst="rect">
            <a:avLst/>
          </a:prstGeom>
          <a:effectLst>
            <a:outerShdw sx="100000" sy="100000" kx="0" ky="0" algn="bl" rotWithShape="0" blurRad="127000" dist="38100" dir="5400000">
              <a:srgbClr val="0B1430">
                <a:alpha val="18000"/>
              </a:srgbClr>
            </a:outerShdw>
          </a:effectLst>
        </p:spPr>
      </p:pic>
      <p:pic>
        <p:nvPicPr>
          <p:cNvPr id="6" name="media" descr="/tmp/tmp.TsTTSamSPF/img/media.jpg">    </p:cNvPr>
          <p:cNvPicPr>
            <a:picLocks noChangeAspect="1"/>
          </p:cNvPicPr>
          <p:nvPr/>
        </p:nvPicPr>
        <p:blipFill>
          <a:blip r:embed="rId2"/>
          <a:stretch>
            <a:fillRect/>
          </a:stretch>
        </p:blipFill>
        <p:spPr>
          <a:xfrm>
            <a:off x="2331720" y="1280160"/>
            <a:ext cx="2221992" cy="2926080"/>
          </a:xfrm>
          <a:prstGeom prst="rect">
            <a:avLst/>
          </a:prstGeom>
          <a:effectLst>
            <a:outerShdw sx="100000" sy="100000" kx="0" ky="0" algn="bl" rotWithShape="0" blurRad="127000" dist="38100" dir="5400000">
              <a:srgbClr val="0B1430">
                <a:alpha val="18000"/>
              </a:srgbClr>
            </a:outerShdw>
          </a:effectLst>
        </p:spPr>
      </p:pic>
      <p:sp>
        <p:nvSpPr>
          <p:cNvPr id="7" name="caption-123"/>
          <p:cNvSpPr txBox="1"/>
          <p:nvPr/>
        </p:nvSpPr>
        <p:spPr>
          <a:xfrm>
            <a:off x="457200" y="4297680"/>
            <a:ext cx="4114800" cy="274320"/>
          </a:xfrm>
          <a:prstGeom prst="rect">
            <a:avLst/>
          </a:prstGeom>
          <a:noFill/>
          <a:ln/>
        </p:spPr>
        <p:txBody>
          <a:bodyPr wrap="square" lIns="0" tIns="0" rIns="0" bIns="0" rtlCol="0" anchor="ctr"/>
          <a:lstStyle/>
          <a:p>
            <a:pPr indent="0" marL="0">
              <a:buNone/>
            </a:pPr>
            <a:r>
              <a:rPr lang="en-US" sz="1000" i="1" dirty="0">
                <a:solidFill>
                  <a:schemeClr val="tx2"/>
                </a:solidFill>
              </a:rPr>
              <a:t>Speed test and your music</a:t>
            </a:r>
            <a:endParaRPr lang="en-US" sz="1000" dirty="0"/>
          </a:p>
        </p:txBody>
      </p:sp>
      <p:sp>
        <p:nvSpPr>
          <p:cNvPr id="8" name="dot-124"/>
          <p:cNvSpPr/>
          <p:nvPr/>
        </p:nvSpPr>
        <p:spPr>
          <a:xfrm>
            <a:off x="4937760" y="1344168"/>
            <a:ext cx="384048" cy="384048"/>
          </a:xfrm>
          <a:prstGeom prst="ellipse">
            <a:avLst/>
          </a:prstGeom>
          <a:solidFill>
            <a:schemeClr val="accent1"/>
          </a:solidFill>
          <a:ln/>
        </p:spPr>
      </p:sp>
      <p:pic>
        <p:nvPicPr>
          <p:cNvPr id="9" name="icon-125" descr="/tmp/tmp.TsTTSamSPF/icons/video-display.png">    </p:cNvPr>
          <p:cNvPicPr>
            <a:picLocks noChangeAspect="1"/>
          </p:cNvPicPr>
          <p:nvPr/>
        </p:nvPicPr>
        <p:blipFill>
          <a:blip r:embed="rId3"/>
          <a:stretch>
            <a:fillRect/>
          </a:stretch>
        </p:blipFill>
        <p:spPr>
          <a:xfrm>
            <a:off x="5029200" y="1435608"/>
            <a:ext cx="201168" cy="201168"/>
          </a:xfrm>
          <a:prstGeom prst="rect">
            <a:avLst/>
          </a:prstGeom>
        </p:spPr>
      </p:pic>
      <p:sp>
        <p:nvSpPr>
          <p:cNvPr id="10" name="row-126"/>
          <p:cNvSpPr txBox="1"/>
          <p:nvPr/>
        </p:nvSpPr>
        <p:spPr>
          <a:xfrm>
            <a:off x="5440680" y="128930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a:t>
            </a:r>
            <a:endParaRPr lang="en-US" sz="1400" dirty="0"/>
          </a:p>
        </p:txBody>
      </p:sp>
      <p:sp>
        <p:nvSpPr>
          <p:cNvPr id="11" name="dot-127"/>
          <p:cNvSpPr/>
          <p:nvPr/>
        </p:nvSpPr>
        <p:spPr>
          <a:xfrm>
            <a:off x="4937760" y="2121408"/>
            <a:ext cx="384048" cy="384048"/>
          </a:xfrm>
          <a:prstGeom prst="ellipse">
            <a:avLst/>
          </a:prstGeom>
          <a:solidFill>
            <a:schemeClr val="accent1"/>
          </a:solidFill>
          <a:ln/>
        </p:spPr>
      </p:sp>
      <p:pic>
        <p:nvPicPr>
          <p:cNvPr id="12" name="icon-128" descr="/tmp/tmp.TsTTSamSPF/icons/network-workgroup.png">    </p:cNvPr>
          <p:cNvPicPr>
            <a:picLocks noChangeAspect="1"/>
          </p:cNvPicPr>
          <p:nvPr/>
        </p:nvPicPr>
        <p:blipFill>
          <a:blip r:embed="rId4"/>
          <a:stretch>
            <a:fillRect/>
          </a:stretch>
        </p:blipFill>
        <p:spPr>
          <a:xfrm>
            <a:off x="5029200" y="2212848"/>
            <a:ext cx="201168" cy="201168"/>
          </a:xfrm>
          <a:prstGeom prst="rect">
            <a:avLst/>
          </a:prstGeom>
        </p:spPr>
      </p:pic>
      <p:sp>
        <p:nvSpPr>
          <p:cNvPr id="13" name="row-129"/>
          <p:cNvSpPr txBox="1"/>
          <p:nvPr/>
        </p:nvSpPr>
        <p:spPr>
          <a:xfrm>
            <a:off x="5440680" y="206654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Speed test</a:t>
            </a:r>
            <a:endParaRPr lang="en-US" sz="1400" dirty="0"/>
          </a:p>
          <a:p>
            <a:pPr indent="0" marL="0">
              <a:spcAft>
                <a:spcPts val="100"/>
              </a:spcAft>
              <a:buNone/>
            </a:pPr>
            <a:r>
              <a:rPr lang="en-US" sz="1400" dirty="0">
                <a:solidFill>
                  <a:schemeClr val="tx2"/>
                </a:solidFill>
              </a:rPr>
              <a:t>ping, download, upload on a gauge</a:t>
            </a:r>
            <a:endParaRPr lang="en-US" sz="1400" dirty="0"/>
          </a:p>
        </p:txBody>
      </p:sp>
      <p:sp>
        <p:nvSpPr>
          <p:cNvPr id="14" name="dot-130"/>
          <p:cNvSpPr/>
          <p:nvPr/>
        </p:nvSpPr>
        <p:spPr>
          <a:xfrm>
            <a:off x="4937760" y="2898648"/>
            <a:ext cx="384048" cy="384048"/>
          </a:xfrm>
          <a:prstGeom prst="ellipse">
            <a:avLst/>
          </a:prstGeom>
          <a:solidFill>
            <a:schemeClr val="accent1"/>
          </a:solidFill>
          <a:ln/>
        </p:spPr>
      </p:sp>
      <p:pic>
        <p:nvPicPr>
          <p:cNvPr id="15" name="icon-131" descr="/tmp/tmp.TsTTSamSPF/icons/audio-speakers.png">    </p:cNvPr>
          <p:cNvPicPr>
            <a:picLocks noChangeAspect="1"/>
          </p:cNvPicPr>
          <p:nvPr/>
        </p:nvPicPr>
        <p:blipFill>
          <a:blip r:embed="rId5"/>
          <a:stretch>
            <a:fillRect/>
          </a:stretch>
        </p:blipFill>
        <p:spPr>
          <a:xfrm>
            <a:off x="5029200" y="2990088"/>
            <a:ext cx="201168" cy="201168"/>
          </a:xfrm>
          <a:prstGeom prst="rect">
            <a:avLst/>
          </a:prstGeom>
        </p:spPr>
      </p:pic>
      <p:sp>
        <p:nvSpPr>
          <p:cNvPr id="16" name="row-132"/>
          <p:cNvSpPr txBox="1"/>
          <p:nvPr/>
        </p:nvSpPr>
        <p:spPr>
          <a:xfrm>
            <a:off x="5440680" y="284378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music</a:t>
            </a:r>
            <a:endParaRPr lang="en-US" sz="1400" dirty="0"/>
          </a:p>
          <a:p>
            <a:pPr indent="0" marL="0">
              <a:spcAft>
                <a:spcPts val="100"/>
              </a:spcAft>
              <a:buNone/>
            </a:pPr>
            <a:r>
              <a:rPr lang="en-US" sz="1400" dirty="0">
                <a:solidFill>
                  <a:schemeClr val="tx2"/>
                </a:solidFill>
              </a:rPr>
              <a:t>art, seek, skip, choose speakers</a:t>
            </a:r>
            <a:endParaRPr lang="en-US" sz="1400" dirty="0"/>
          </a:p>
        </p:txBody>
      </p:sp>
      <p:sp>
        <p:nvSpPr>
          <p:cNvPr id="17" name="dot-133"/>
          <p:cNvSpPr/>
          <p:nvPr/>
        </p:nvSpPr>
        <p:spPr>
          <a:xfrm>
            <a:off x="4937760" y="3675888"/>
            <a:ext cx="384048" cy="384048"/>
          </a:xfrm>
          <a:prstGeom prst="ellipse">
            <a:avLst/>
          </a:prstGeom>
          <a:solidFill>
            <a:schemeClr val="accent1"/>
          </a:solidFill>
          <a:ln/>
        </p:spPr>
      </p:sp>
      <p:pic>
        <p:nvPicPr>
          <p:cNvPr id="18" name="icon-134" descr="/tmp/tmp.TsTTSamSPF/icons/edit-paste.png">    </p:cNvPr>
          <p:cNvPicPr>
            <a:picLocks noChangeAspect="1"/>
          </p:cNvPicPr>
          <p:nvPr/>
        </p:nvPicPr>
        <p:blipFill>
          <a:blip r:embed="rId6"/>
          <a:stretch>
            <a:fillRect/>
          </a:stretch>
        </p:blipFill>
        <p:spPr>
          <a:xfrm>
            <a:off x="5029200" y="3767328"/>
            <a:ext cx="201168" cy="201168"/>
          </a:xfrm>
          <a:prstGeom prst="rect">
            <a:avLst/>
          </a:prstGeom>
        </p:spPr>
      </p:pic>
      <p:sp>
        <p:nvSpPr>
          <p:cNvPr id="19" name="row-135"/>
          <p:cNvSpPr txBox="1"/>
          <p:nvPr/>
        </p:nvSpPr>
        <p:spPr>
          <a:xfrm>
            <a:off x="5440680" y="362102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36" descr="/tmp/tmp.TsTTSamSPF/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7"/>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8" descr="/tmp/tmp.TsTTSamSPF/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9"/>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40" descr="/tmp/tmp.TsTTSamSPF/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41"/>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42" descr="/tmp/tmp.TsTTSamSPF/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43"/>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44" descr="/tmp/tmp.TsTTSamSPF/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45"/>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46" descr="/tmp/tmp.TsTTSamSPF/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7"/>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8" descr="/tmp/tmp.TsTTSamSPF/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9"/>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50" descr="/tmp/tmp.TsTTSamSPF/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51"/>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52" descr="/tmp/tmp.TsTTSamSPF/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53"/>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54" descr="/tmp/tmp.TsTTSamSPF/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55"/>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56" descr="/tmp/tmp.TsTTSamSPF/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7"/>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8" descr="/tmp/tmp.TsTTSamSPF/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9"/>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60" descr="/tmp/tmp.TsTTSamSPF/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61"/>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62" descr="/tmp/tmp.TsTTSamSPF/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63"/>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64"/>
          <p:cNvSpPr/>
          <p:nvPr/>
        </p:nvSpPr>
        <p:spPr>
          <a:xfrm>
            <a:off x="457200" y="1280160"/>
            <a:ext cx="2651760" cy="1554480"/>
          </a:xfrm>
          <a:prstGeom prst="roundRect">
            <a:avLst>
              <a:gd name="adj" fmla="val 7059"/>
            </a:avLst>
          </a:prstGeom>
          <a:solidFill>
            <a:schemeClr val="bg2"/>
          </a:solidFill>
          <a:ln/>
        </p:spPr>
      </p:sp>
      <p:sp>
        <p:nvSpPr>
          <p:cNvPr id="6" name="dot-165"/>
          <p:cNvSpPr/>
          <p:nvPr/>
        </p:nvSpPr>
        <p:spPr>
          <a:xfrm>
            <a:off x="640080" y="1463040"/>
            <a:ext cx="384048" cy="384048"/>
          </a:xfrm>
          <a:prstGeom prst="ellipse">
            <a:avLst/>
          </a:prstGeom>
          <a:solidFill>
            <a:schemeClr val="accent1"/>
          </a:solidFill>
          <a:ln/>
        </p:spPr>
      </p:sp>
      <p:pic>
        <p:nvPicPr>
          <p:cNvPr id="7" name="icon-166" descr="/tmp/tmp.TsTTSamSPF/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7"/>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8"/>
          <p:cNvSpPr/>
          <p:nvPr/>
        </p:nvSpPr>
        <p:spPr>
          <a:xfrm>
            <a:off x="3246120" y="1280160"/>
            <a:ext cx="2651760" cy="1554480"/>
          </a:xfrm>
          <a:prstGeom prst="roundRect">
            <a:avLst>
              <a:gd name="adj" fmla="val 7059"/>
            </a:avLst>
          </a:prstGeom>
          <a:solidFill>
            <a:schemeClr val="bg2"/>
          </a:solidFill>
          <a:ln/>
        </p:spPr>
      </p:sp>
      <p:sp>
        <p:nvSpPr>
          <p:cNvPr id="10" name="dot-169"/>
          <p:cNvSpPr/>
          <p:nvPr/>
        </p:nvSpPr>
        <p:spPr>
          <a:xfrm>
            <a:off x="3429000" y="1463040"/>
            <a:ext cx="384048" cy="384048"/>
          </a:xfrm>
          <a:prstGeom prst="ellipse">
            <a:avLst/>
          </a:prstGeom>
          <a:solidFill>
            <a:schemeClr val="accent1"/>
          </a:solidFill>
          <a:ln/>
        </p:spPr>
      </p:sp>
      <p:pic>
        <p:nvPicPr>
          <p:cNvPr id="11" name="icon-170" descr="/tmp/tmp.TsTTSamSPF/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71"/>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72"/>
          <p:cNvSpPr/>
          <p:nvPr/>
        </p:nvSpPr>
        <p:spPr>
          <a:xfrm>
            <a:off x="6035040" y="1280160"/>
            <a:ext cx="2651760" cy="1554480"/>
          </a:xfrm>
          <a:prstGeom prst="roundRect">
            <a:avLst>
              <a:gd name="adj" fmla="val 7059"/>
            </a:avLst>
          </a:prstGeom>
          <a:solidFill>
            <a:schemeClr val="bg2"/>
          </a:solidFill>
          <a:ln/>
        </p:spPr>
      </p:sp>
      <p:sp>
        <p:nvSpPr>
          <p:cNvPr id="14" name="dot-173"/>
          <p:cNvSpPr/>
          <p:nvPr/>
        </p:nvSpPr>
        <p:spPr>
          <a:xfrm>
            <a:off x="6217920" y="1463040"/>
            <a:ext cx="384048" cy="384048"/>
          </a:xfrm>
          <a:prstGeom prst="ellipse">
            <a:avLst/>
          </a:prstGeom>
          <a:solidFill>
            <a:schemeClr val="accent1"/>
          </a:solidFill>
          <a:ln/>
        </p:spPr>
      </p:sp>
      <p:pic>
        <p:nvPicPr>
          <p:cNvPr id="15" name="icon-174" descr="/tmp/tmp.TsTTSamSPF/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75"/>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76"/>
          <p:cNvSpPr/>
          <p:nvPr/>
        </p:nvSpPr>
        <p:spPr>
          <a:xfrm>
            <a:off x="457200" y="2971800"/>
            <a:ext cx="2651760" cy="1554480"/>
          </a:xfrm>
          <a:prstGeom prst="roundRect">
            <a:avLst>
              <a:gd name="adj" fmla="val 7059"/>
            </a:avLst>
          </a:prstGeom>
          <a:solidFill>
            <a:schemeClr val="bg2"/>
          </a:solidFill>
          <a:ln/>
        </p:spPr>
      </p:sp>
      <p:sp>
        <p:nvSpPr>
          <p:cNvPr id="18" name="dot-177"/>
          <p:cNvSpPr/>
          <p:nvPr/>
        </p:nvSpPr>
        <p:spPr>
          <a:xfrm>
            <a:off x="640080" y="3154680"/>
            <a:ext cx="384048" cy="384048"/>
          </a:xfrm>
          <a:prstGeom prst="ellipse">
            <a:avLst/>
          </a:prstGeom>
          <a:solidFill>
            <a:schemeClr val="accent1"/>
          </a:solidFill>
          <a:ln/>
        </p:spPr>
      </p:sp>
      <p:pic>
        <p:nvPicPr>
          <p:cNvPr id="19" name="icon-178" descr="/tmp/tmp.TsTTSamSPF/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9"/>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80"/>
          <p:cNvSpPr/>
          <p:nvPr/>
        </p:nvSpPr>
        <p:spPr>
          <a:xfrm>
            <a:off x="3246120" y="2971800"/>
            <a:ext cx="2651760" cy="1554480"/>
          </a:xfrm>
          <a:prstGeom prst="roundRect">
            <a:avLst>
              <a:gd name="adj" fmla="val 7059"/>
            </a:avLst>
          </a:prstGeom>
          <a:solidFill>
            <a:schemeClr val="bg2"/>
          </a:solidFill>
          <a:ln/>
        </p:spPr>
      </p:sp>
      <p:sp>
        <p:nvSpPr>
          <p:cNvPr id="22" name="dot-181"/>
          <p:cNvSpPr/>
          <p:nvPr/>
        </p:nvSpPr>
        <p:spPr>
          <a:xfrm>
            <a:off x="3429000" y="3154680"/>
            <a:ext cx="384048" cy="384048"/>
          </a:xfrm>
          <a:prstGeom prst="ellipse">
            <a:avLst/>
          </a:prstGeom>
          <a:solidFill>
            <a:schemeClr val="accent1"/>
          </a:solidFill>
          <a:ln/>
        </p:spPr>
      </p:sp>
      <p:pic>
        <p:nvPicPr>
          <p:cNvPr id="23" name="icon-182" descr="/tmp/tmp.TsTTSamSPF/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83"/>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84"/>
          <p:cNvSpPr/>
          <p:nvPr/>
        </p:nvSpPr>
        <p:spPr>
          <a:xfrm>
            <a:off x="6035040" y="2971800"/>
            <a:ext cx="2651760" cy="1554480"/>
          </a:xfrm>
          <a:prstGeom prst="roundRect">
            <a:avLst>
              <a:gd name="adj" fmla="val 7059"/>
            </a:avLst>
          </a:prstGeom>
          <a:solidFill>
            <a:schemeClr val="bg2"/>
          </a:solidFill>
          <a:ln/>
        </p:spPr>
      </p:sp>
      <p:sp>
        <p:nvSpPr>
          <p:cNvPr id="26" name="dot-185"/>
          <p:cNvSpPr/>
          <p:nvPr/>
        </p:nvSpPr>
        <p:spPr>
          <a:xfrm>
            <a:off x="6217920" y="3154680"/>
            <a:ext cx="384048" cy="384048"/>
          </a:xfrm>
          <a:prstGeom prst="ellipse">
            <a:avLst/>
          </a:prstGeom>
          <a:solidFill>
            <a:schemeClr val="accent1"/>
          </a:solidFill>
          <a:ln/>
        </p:spPr>
      </p:sp>
      <p:pic>
        <p:nvPicPr>
          <p:cNvPr id="27" name="icon-186" descr="/tmp/tmp.TsTTSamSPF/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7"/>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8"/>
          <p:cNvSpPr/>
          <p:nvPr/>
        </p:nvSpPr>
        <p:spPr>
          <a:xfrm>
            <a:off x="457200" y="1325880"/>
            <a:ext cx="1325880" cy="365760"/>
          </a:xfrm>
          <a:prstGeom prst="roundRect">
            <a:avLst>
              <a:gd name="adj" fmla="val 20000"/>
            </a:avLst>
          </a:prstGeom>
          <a:solidFill>
            <a:schemeClr val="bg2"/>
          </a:solidFill>
          <a:ln/>
        </p:spPr>
      </p:sp>
      <p:sp>
        <p:nvSpPr>
          <p:cNvPr id="6" name="keytext-189"/>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90"/>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91"/>
          <p:cNvSpPr/>
          <p:nvPr/>
        </p:nvSpPr>
        <p:spPr>
          <a:xfrm>
            <a:off x="2926080" y="1325880"/>
            <a:ext cx="1325880" cy="365760"/>
          </a:xfrm>
          <a:prstGeom prst="roundRect">
            <a:avLst>
              <a:gd name="adj" fmla="val 20000"/>
            </a:avLst>
          </a:prstGeom>
          <a:solidFill>
            <a:schemeClr val="bg2"/>
          </a:solidFill>
          <a:ln/>
        </p:spPr>
      </p:sp>
      <p:sp>
        <p:nvSpPr>
          <p:cNvPr id="9" name="keytext-192"/>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93"/>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94"/>
          <p:cNvSpPr/>
          <p:nvPr/>
        </p:nvSpPr>
        <p:spPr>
          <a:xfrm>
            <a:off x="457200" y="1947672"/>
            <a:ext cx="1325880" cy="365760"/>
          </a:xfrm>
          <a:prstGeom prst="roundRect">
            <a:avLst>
              <a:gd name="adj" fmla="val 20000"/>
            </a:avLst>
          </a:prstGeom>
          <a:solidFill>
            <a:schemeClr val="bg2"/>
          </a:solidFill>
          <a:ln/>
        </p:spPr>
      </p:sp>
      <p:sp>
        <p:nvSpPr>
          <p:cNvPr id="12" name="keytext-195"/>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96"/>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7"/>
          <p:cNvSpPr/>
          <p:nvPr/>
        </p:nvSpPr>
        <p:spPr>
          <a:xfrm>
            <a:off x="2926080" y="1947672"/>
            <a:ext cx="1325880" cy="365760"/>
          </a:xfrm>
          <a:prstGeom prst="roundRect">
            <a:avLst>
              <a:gd name="adj" fmla="val 20000"/>
            </a:avLst>
          </a:prstGeom>
          <a:solidFill>
            <a:schemeClr val="bg2"/>
          </a:solidFill>
          <a:ln/>
        </p:spPr>
      </p:sp>
      <p:sp>
        <p:nvSpPr>
          <p:cNvPr id="15" name="keytext-198"/>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9"/>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200"/>
          <p:cNvSpPr/>
          <p:nvPr/>
        </p:nvSpPr>
        <p:spPr>
          <a:xfrm>
            <a:off x="457200" y="2569464"/>
            <a:ext cx="1325880" cy="365760"/>
          </a:xfrm>
          <a:prstGeom prst="roundRect">
            <a:avLst>
              <a:gd name="adj" fmla="val 20000"/>
            </a:avLst>
          </a:prstGeom>
          <a:solidFill>
            <a:schemeClr val="bg2"/>
          </a:solidFill>
          <a:ln/>
        </p:spPr>
      </p:sp>
      <p:sp>
        <p:nvSpPr>
          <p:cNvPr id="18" name="keytext-201"/>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202"/>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203"/>
          <p:cNvSpPr/>
          <p:nvPr/>
        </p:nvSpPr>
        <p:spPr>
          <a:xfrm>
            <a:off x="2926080" y="2569464"/>
            <a:ext cx="1325880" cy="365760"/>
          </a:xfrm>
          <a:prstGeom prst="roundRect">
            <a:avLst>
              <a:gd name="adj" fmla="val 20000"/>
            </a:avLst>
          </a:prstGeom>
          <a:solidFill>
            <a:schemeClr val="bg2"/>
          </a:solidFill>
          <a:ln/>
        </p:spPr>
      </p:sp>
      <p:sp>
        <p:nvSpPr>
          <p:cNvPr id="21" name="keytext-204"/>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205"/>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206"/>
          <p:cNvSpPr/>
          <p:nvPr/>
        </p:nvSpPr>
        <p:spPr>
          <a:xfrm>
            <a:off x="457200" y="3191256"/>
            <a:ext cx="1325880" cy="365760"/>
          </a:xfrm>
          <a:prstGeom prst="roundRect">
            <a:avLst>
              <a:gd name="adj" fmla="val 20000"/>
            </a:avLst>
          </a:prstGeom>
          <a:solidFill>
            <a:schemeClr val="bg2"/>
          </a:solidFill>
          <a:ln/>
        </p:spPr>
      </p:sp>
      <p:sp>
        <p:nvSpPr>
          <p:cNvPr id="24" name="keytext-207"/>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8"/>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9"/>
          <p:cNvSpPr/>
          <p:nvPr/>
        </p:nvSpPr>
        <p:spPr>
          <a:xfrm>
            <a:off x="2926080" y="3191256"/>
            <a:ext cx="1325880" cy="365760"/>
          </a:xfrm>
          <a:prstGeom prst="roundRect">
            <a:avLst>
              <a:gd name="adj" fmla="val 20000"/>
            </a:avLst>
          </a:prstGeom>
          <a:solidFill>
            <a:schemeClr val="bg2"/>
          </a:solidFill>
          <a:ln/>
        </p:spPr>
      </p:sp>
      <p:sp>
        <p:nvSpPr>
          <p:cNvPr id="27" name="keytext-210"/>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11"/>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12"/>
          <p:cNvSpPr/>
          <p:nvPr/>
        </p:nvSpPr>
        <p:spPr>
          <a:xfrm>
            <a:off x="457200" y="3813048"/>
            <a:ext cx="1325880" cy="365760"/>
          </a:xfrm>
          <a:prstGeom prst="roundRect">
            <a:avLst>
              <a:gd name="adj" fmla="val 20000"/>
            </a:avLst>
          </a:prstGeom>
          <a:solidFill>
            <a:schemeClr val="bg2"/>
          </a:solidFill>
          <a:ln/>
        </p:spPr>
      </p:sp>
      <p:sp>
        <p:nvSpPr>
          <p:cNvPr id="30" name="keytext-213"/>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14"/>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15"/>
          <p:cNvSpPr/>
          <p:nvPr/>
        </p:nvSpPr>
        <p:spPr>
          <a:xfrm>
            <a:off x="2926080" y="3813048"/>
            <a:ext cx="1325880" cy="365760"/>
          </a:xfrm>
          <a:prstGeom prst="roundRect">
            <a:avLst>
              <a:gd name="adj" fmla="val 20000"/>
            </a:avLst>
          </a:prstGeom>
          <a:solidFill>
            <a:schemeClr val="bg2"/>
          </a:solidFill>
          <a:ln/>
        </p:spPr>
      </p:sp>
      <p:sp>
        <p:nvSpPr>
          <p:cNvPr id="33" name="keytext-216"/>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7"/>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TsTTSamSPF/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8"/>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9"/>
          <p:cNvSpPr/>
          <p:nvPr/>
        </p:nvSpPr>
        <p:spPr>
          <a:xfrm>
            <a:off x="457200" y="1344168"/>
            <a:ext cx="384048" cy="384048"/>
          </a:xfrm>
          <a:prstGeom prst="ellipse">
            <a:avLst/>
          </a:prstGeom>
          <a:solidFill>
            <a:schemeClr val="accent1"/>
          </a:solidFill>
          <a:ln/>
        </p:spPr>
      </p:sp>
      <p:pic>
        <p:nvPicPr>
          <p:cNvPr id="6" name="icon-220" descr="/tmp/tmp.TsTTSamSPF/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21"/>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22"/>
          <p:cNvSpPr/>
          <p:nvPr/>
        </p:nvSpPr>
        <p:spPr>
          <a:xfrm>
            <a:off x="457200" y="2029968"/>
            <a:ext cx="384048" cy="384048"/>
          </a:xfrm>
          <a:prstGeom prst="ellipse">
            <a:avLst/>
          </a:prstGeom>
          <a:solidFill>
            <a:schemeClr val="accent1"/>
          </a:solidFill>
          <a:ln/>
        </p:spPr>
      </p:sp>
      <p:pic>
        <p:nvPicPr>
          <p:cNvPr id="9" name="icon-223" descr="/tmp/tmp.TsTTSamSPF/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24"/>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25"/>
          <p:cNvSpPr/>
          <p:nvPr/>
        </p:nvSpPr>
        <p:spPr>
          <a:xfrm>
            <a:off x="457200" y="2715768"/>
            <a:ext cx="384048" cy="384048"/>
          </a:xfrm>
          <a:prstGeom prst="ellipse">
            <a:avLst/>
          </a:prstGeom>
          <a:solidFill>
            <a:schemeClr val="accent1"/>
          </a:solidFill>
          <a:ln/>
        </p:spPr>
      </p:sp>
      <p:pic>
        <p:nvPicPr>
          <p:cNvPr id="12" name="icon-226" descr="/tmp/tmp.TsTTSamSPF/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7"/>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8"/>
          <p:cNvSpPr/>
          <p:nvPr/>
        </p:nvSpPr>
        <p:spPr>
          <a:xfrm>
            <a:off x="457200" y="3401568"/>
            <a:ext cx="384048" cy="384048"/>
          </a:xfrm>
          <a:prstGeom prst="ellipse">
            <a:avLst/>
          </a:prstGeom>
          <a:solidFill>
            <a:schemeClr val="accent1"/>
          </a:solidFill>
          <a:ln/>
        </p:spPr>
      </p:sp>
      <p:pic>
        <p:nvPicPr>
          <p:cNvPr id="15" name="icon-229" descr="/tmp/tmp.TsTTSamSPF/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30"/>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31"/>
          <p:cNvSpPr/>
          <p:nvPr/>
        </p:nvSpPr>
        <p:spPr>
          <a:xfrm>
            <a:off x="457200" y="4087368"/>
            <a:ext cx="384048" cy="384048"/>
          </a:xfrm>
          <a:prstGeom prst="ellipse">
            <a:avLst/>
          </a:prstGeom>
          <a:solidFill>
            <a:schemeClr val="accent1"/>
          </a:solidFill>
          <a:ln/>
        </p:spPr>
      </p:sp>
      <p:pic>
        <p:nvPicPr>
          <p:cNvPr id="18" name="icon-232" descr="/tmp/tmp.TsTTSamSPF/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33"/>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TsTTSamSPF/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34"/>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35"/>
          <p:cNvSpPr/>
          <p:nvPr/>
        </p:nvSpPr>
        <p:spPr>
          <a:xfrm>
            <a:off x="548640" y="1691640"/>
            <a:ext cx="8046720" cy="512064"/>
          </a:xfrm>
          <a:prstGeom prst="roundRect">
            <a:avLst>
              <a:gd name="adj" fmla="val 17857"/>
            </a:avLst>
          </a:prstGeom>
          <a:solidFill>
            <a:schemeClr val="tx2">
              <a:alpha val="45000"/>
            </a:schemeClr>
          </a:solidFill>
          <a:ln/>
        </p:spPr>
      </p:sp>
      <p:sp>
        <p:nvSpPr>
          <p:cNvPr id="5" name="cmd-236"/>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7"/>
          <p:cNvSpPr/>
          <p:nvPr/>
        </p:nvSpPr>
        <p:spPr>
          <a:xfrm>
            <a:off x="548640" y="2350008"/>
            <a:ext cx="8046720" cy="512064"/>
          </a:xfrm>
          <a:prstGeom prst="roundRect">
            <a:avLst>
              <a:gd name="adj" fmla="val 17857"/>
            </a:avLst>
          </a:prstGeom>
          <a:solidFill>
            <a:schemeClr val="tx2">
              <a:alpha val="45000"/>
            </a:schemeClr>
          </a:solidFill>
          <a:ln/>
        </p:spPr>
      </p:sp>
      <p:sp>
        <p:nvSpPr>
          <p:cNvPr id="7" name="cmd-238"/>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9"/>
          <p:cNvSpPr/>
          <p:nvPr/>
        </p:nvSpPr>
        <p:spPr>
          <a:xfrm>
            <a:off x="548640" y="3008376"/>
            <a:ext cx="8046720" cy="512064"/>
          </a:xfrm>
          <a:prstGeom prst="roundRect">
            <a:avLst>
              <a:gd name="adj" fmla="val 17857"/>
            </a:avLst>
          </a:prstGeom>
          <a:solidFill>
            <a:schemeClr val="tx2">
              <a:alpha val="45000"/>
            </a:schemeClr>
          </a:solidFill>
          <a:ln/>
        </p:spPr>
      </p:sp>
      <p:sp>
        <p:nvSpPr>
          <p:cNvPr id="9" name="cmd-240"/>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2026-10-29T11:50:44Z</dcterms:created>
  <dcterms:modified xsi:type="dcterms:W3CDTF">2026-10-29T11:50:44Z</dcterms:modified>
</cp:coreProperties>
</file>