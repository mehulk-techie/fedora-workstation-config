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3385471-325c-8d67-b654-6364441ec19c}">
          <p14:sldIdLst>
            <p14:sldId id="256"/>
            <p14:sldId id="257"/>
          </p14:sldIdLst>
        </p14:section>
        <p14:section name="Your desktop" id="{8c0400c4-0880-ee2e-6621-cc2a3d98a047}">
          <p14:sldIdLst>
            <p14:sldId id="258"/>
            <p14:sldId id="259"/>
            <p14:sldId id="260"/>
          </p14:sldIdLst>
        </p14:section>
        <p14:section name="MK Notes" id="{3500a1fa-320d-b034-39ec-ab7bdb423838}">
          <p14:sldIdLst>
            <p14:sldId id="261"/>
            <p14:sldId id="262"/>
          </p14:sldIdLst>
        </p14:section>
        <p14:section name="Focus and tools" id="{28ff21e4-545a-1a57-4628-cf4fc7b7338a}">
          <p14:sldIdLst>
            <p14:sldId id="263"/>
            <p14:sldId id="264"/>
            <p14:sldId id="265"/>
          </p14:sldIdLst>
        </p14:section>
        <p14:section name="Your computer" id="{36f144a2-31e9-67a0-554a-d2a48d7c57fd}">
          <p14:sldIdLst>
            <p14:sldId id="266"/>
            <p14:sldId id="267"/>
            <p14:sldId id="268"/>
          </p14:sldIdLst>
        </p14:section>
        <p14:section name="Get started" id="{d440eb97-198e-6a9b-3119-0e31e8c2512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brick-built masked hero hanging beside a skyscraper, a brick-built caped knight in the rain, or hexadecimal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eH5VcKLLim/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eH5VcKLLim/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eH5VcKLLim/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eH5VcKLLim/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eH5VcKLLim/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eH5VcKLLim/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eH5VcKLLim/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eH5VcKLLim/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eH5VcKLLim/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eH5VcKLLim/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eH5VcKLLim/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eH5VcKLLim/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eH5VcKLLim/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eH5VcKLLim/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eH5VcKLLim/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eH5VcKLLim/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eH5VcKLLim/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eH5VcKLLim/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eH5VcKLLim/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eH5VcKLLim/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eH5VcKLLim/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eH5VcKLLim/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eH5VcKLLim/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eH5VcKLLim/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eH5VcKLLim/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eH5VcKLLim/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eH5VcKLLim/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eH5VcKLLim/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eH5VcKLLim/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eH5VcKLLim/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eH5VcKLLim/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eH5VcKLLim/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eH5VcKLLim/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eH5VcKLLim/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eH5VcKLLim/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Terminal Stream</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eH5VcKLLim/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eH5VcKLLim/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eH5VcKLLim/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eH5VcKLLim/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eH5VcKLLim/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eH5VcKLLim/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eH5VcKLLim/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eH5VcKLLim/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eH5VcKLLim/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eH5VcKLLim/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eH5VcKLLim/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eH5VcKLLim/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eH5VcKLLim/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eH5VcKLLim/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eH5VcKLLim/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eH5VcKLLim/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eH5VcKLLim/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eH5VcKLLim/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eH5VcKLLim/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eH5VcKLLim/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eH5VcKLLim/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eH5VcKLLim/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eH5VcKLLim/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eH5VcKLLim/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eH5VcKLLim/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eH5VcKLLim/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eH5VcKLLim/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eH5VcKLLim/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eH5VcKLLim/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eH5VcKLLim/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eH5VcKLLim/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eH5VcKLLim/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eH5VcKLLim/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eH5VcKLLim/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eH5VcKLLim/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eH5VcKLLim/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eH5VcKLLim/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2026-10-24T16:38:13Z</dcterms:created>
  <dcterms:modified xsi:type="dcterms:W3CDTF">2026-10-24T16:38:13Z</dcterms:modified>
</cp:coreProperties>
</file>