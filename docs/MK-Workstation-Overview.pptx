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4e91839-7d3c-9630-f0c8-593914acf940}">
          <p14:sldIdLst>
            <p14:sldId id="256"/>
            <p14:sldId id="257"/>
          </p14:sldIdLst>
        </p14:section>
        <p14:section name="Your desktop" id="{5d129441-d714-7ec2-185a-43c7b315cf0d}">
          <p14:sldIdLst>
            <p14:sldId id="258"/>
            <p14:sldId id="259"/>
            <p14:sldId id="260"/>
          </p14:sldIdLst>
        </p14:section>
        <p14:section name="MK Notes" id="{856d272f-f163-0b47-b75c-2e4f6bfc24bd}">
          <p14:sldIdLst>
            <p14:sldId id="261"/>
            <p14:sldId id="262"/>
          </p14:sldIdLst>
        </p14:section>
        <p14:section name="Focus and tools" id="{6adf2f33-0d49-014c-c98c-24c7ceb4f9ea}">
          <p14:sldIdLst>
            <p14:sldId id="263"/>
            <p14:sldId id="264"/>
            <p14:sldId id="265"/>
          </p14:sldIdLst>
        </p14:section>
        <p14:section name="Your computer" id="{0576ea75-b6d5-859c-14c0-418a14a68bf5}">
          <p14:sldIdLst>
            <p14:sldId id="266"/>
            <p14:sldId id="267"/>
            <p14:sldId id="268"/>
          </p14:sldIdLst>
        </p14:section>
        <p14:section name="Get started" id="{e6a8497c-4358-4496-50a6-81913220da7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compact card of live windows, at once.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brick-built masked hero hanging beside a skyscraper, a brick-built caped knight in the rain, or hexadecimal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d1XBSNPuR1/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d1XBSNPuR1/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d1XBSNPuR1/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d1XBSNPuR1/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compact card of live windows that appears at once</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d1XBSNPuR1/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Live previews</a:t>
            </a:r>
            <a:endParaRPr lang="en-US" sz="1400" dirty="0"/>
          </a:p>
          <a:p>
            <a:pPr indent="0" marL="0">
              <a:spcAft>
                <a:spcPts val="100"/>
              </a:spcAft>
              <a:buNone/>
            </a:pPr>
            <a:r>
              <a:rPr lang="en-US" sz="1400" dirty="0">
                <a:solidFill>
                  <a:schemeClr val="tx2"/>
                </a:solidFill>
              </a:rPr>
              <a:t>titles, icons,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d1XBSNPuR1/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d1XBSNPuR1/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d1XBSNPuR1/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d1XBSNPuR1/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d1XBSNPuR1/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d1XBSNPuR1/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d1XBSNPuR1/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d1XBSNPuR1/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d1XBSNPuR1/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d1XBSNPuR1/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d1XBSNPuR1/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d1XBSNPuR1/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d1XBSNPuR1/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d1XBSNPuR1/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d1XBSNPuR1/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d1XBSNPuR1/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d1XBSNPuR1/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d1XBSNPuR1/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d1XBSNPuR1/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d1XBSNPuR1/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d1XBSNPuR1/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d1XBSNPuR1/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d1XBSNPuR1/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d1XBSNPuR1/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d1XBSNPuR1/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d1XBSNPuR1/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d1XBSNPuR1/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d1XBSNPuR1/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d1XBSNPuR1/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d1XBSNPuR1/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Terminal Stream</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d1XBSNPuR1/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d1XBSNPuR1/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d1XBSNPuR1/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d1XBSNPuR1/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d1XBSNPuR1/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d1XBSNPuR1/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d1XBSNPuR1/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d1XBSNPuR1/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d1XBSNPuR1/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d1XBSNPuR1/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d1XBSNPuR1/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d1XBSNPuR1/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d1XBSNPuR1/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d1XBSNPuR1/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d1XBSNPuR1/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d1XBSNPuR1/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d1XBSNPuR1/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d1XBSNPuR1/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d1XBSNPuR1/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d1XBSNPuR1/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d1XBSNPuR1/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d1XBSNPuR1/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d1XBSNPuR1/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d1XBSNPuR1/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d1XBSNPuR1/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d1XBSNPuR1/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d1XBSNPuR1/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d1XBSNPuR1/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d1XBSNPuR1/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d1XBSNPuR1/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d1XBSNPuR1/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d1XBSNPuR1/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d1XBSNPuR1/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d1XBSNPuR1/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d1XBSNPuR1/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d1XBSNPuR1/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d1XBSNPuR1/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2026-10-29T11:17:05Z</dcterms:created>
  <dcterms:modified xsi:type="dcterms:W3CDTF">2026-10-29T11:17:05Z</dcterms:modified>
</cp:coreProperties>
</file>