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7eab502-350c-e47f-9b86-8e6a6f4995b9}">
          <p14:sldIdLst>
            <p14:sldId id="256"/>
            <p14:sldId id="257"/>
          </p14:sldIdLst>
        </p14:section>
        <p14:section name="Your desktop" id="{ed974c15-597a-bcfe-c83a-8774bd858e2b}">
          <p14:sldIdLst>
            <p14:sldId id="258"/>
            <p14:sldId id="259"/>
            <p14:sldId id="260"/>
          </p14:sldIdLst>
        </p14:section>
        <p14:section name="MK Notes" id="{65de2850-f9fa-44d9-852f-c3bb52d4bd1b}">
          <p14:sldIdLst>
            <p14:sldId id="261"/>
            <p14:sldId id="262"/>
          </p14:sldIdLst>
        </p14:section>
        <p14:section name="Focus and tools" id="{1e00c473-e657-deea-23a0-4c5f7495f06b}">
          <p14:sldIdLst>
            <p14:sldId id="263"/>
            <p14:sldId id="264"/>
            <p14:sldId id="265"/>
          </p14:sldIdLst>
        </p14:section>
        <p14:section name="Your computer" id="{18d463dc-6249-b302-56d1-7d31d3447606}">
          <p14:sldIdLst>
            <p14:sldId id="266"/>
            <p14:sldId id="267"/>
            <p14:sldId id="268"/>
          </p14:sldIdLst>
        </p14:section>
        <p14:section name="Get started" id="{8abba257-a351-6ef1-4ac3-2f7f5e14aab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focus timer counts down in the top bar. Step away and a screensaver plays over your work; when time's up there's a small celebration instead of an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light system monitor in the top bar with honest numbers, clipboard history on Super+V, a keep-awake switch and the usual tray icons.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WjEaqILH74/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WjEaqILH74/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WjEaqILH74/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Swipe through your windows</a:t>
            </a:r>
            <a:endParaRPr lang="en-US" sz="3000" dirty="0"/>
          </a:p>
        </p:txBody>
      </p:sp>
      <p:pic>
        <p:nvPicPr>
          <p:cNvPr id="4" name="alttab-19" descr="/tmp/tmp.WjEaqILH74/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5"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One glowing ring glides to the window you want</a:t>
            </a:r>
            <a:endParaRPr lang="en-US" sz="1000" dirty="0"/>
          </a:p>
        </p:txBody>
      </p:sp>
      <p:sp>
        <p:nvSpPr>
          <p:cNvPr id="6" name="dot-21"/>
          <p:cNvSpPr/>
          <p:nvPr/>
        </p:nvSpPr>
        <p:spPr>
          <a:xfrm>
            <a:off x="5852160" y="1344168"/>
            <a:ext cx="384048" cy="384048"/>
          </a:xfrm>
          <a:prstGeom prst="ellipse">
            <a:avLst/>
          </a:prstGeom>
          <a:solidFill>
            <a:schemeClr val="accent1"/>
          </a:solidFill>
          <a:ln/>
        </p:spPr>
      </p:sp>
      <p:pic>
        <p:nvPicPr>
          <p:cNvPr id="7" name="icon-22" descr="/tmp/tmp.WjEaqILH74/icons/input-touchpad.png">    </p:cNvPr>
          <p:cNvPicPr>
            <a:picLocks noChangeAspect="1"/>
          </p:cNvPicPr>
          <p:nvPr/>
        </p:nvPicPr>
        <p:blipFill>
          <a:blip r:embed="rId2"/>
          <a:stretch>
            <a:fillRect/>
          </a:stretch>
        </p:blipFill>
        <p:spPr>
          <a:xfrm>
            <a:off x="5943600" y="1435608"/>
            <a:ext cx="201168" cy="201168"/>
          </a:xfrm>
          <a:prstGeom prst="rect">
            <a:avLst/>
          </a:prstGeom>
        </p:spPr>
      </p:pic>
      <p:sp>
        <p:nvSpPr>
          <p:cNvPr id="8"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every window, every workspace</a:t>
            </a:r>
            <a:endParaRPr lang="en-US" sz="1400" dirty="0"/>
          </a:p>
        </p:txBody>
      </p:sp>
      <p:sp>
        <p:nvSpPr>
          <p:cNvPr id="9" name="dot-24"/>
          <p:cNvSpPr/>
          <p:nvPr/>
        </p:nvSpPr>
        <p:spPr>
          <a:xfrm>
            <a:off x="5852160" y="2121408"/>
            <a:ext cx="384048" cy="384048"/>
          </a:xfrm>
          <a:prstGeom prst="ellipse">
            <a:avLst/>
          </a:prstGeom>
          <a:solidFill>
            <a:schemeClr val="accent1"/>
          </a:solidFill>
          <a:ln/>
        </p:spPr>
      </p:sp>
      <p:pic>
        <p:nvPicPr>
          <p:cNvPr id="10" name="icon-25" descr="/tmp/tmp.WjEaqILH74/icons/view-grid.png">    </p:cNvPr>
          <p:cNvPicPr>
            <a:picLocks noChangeAspect="1"/>
          </p:cNvPicPr>
          <p:nvPr/>
        </p:nvPicPr>
        <p:blipFill>
          <a:blip r:embed="rId3"/>
          <a:stretch>
            <a:fillRect/>
          </a:stretch>
        </p:blipFill>
        <p:spPr>
          <a:xfrm>
            <a:off x="5943600" y="2212848"/>
            <a:ext cx="201168" cy="201168"/>
          </a:xfrm>
          <a:prstGeom prst="rect">
            <a:avLst/>
          </a:prstGeom>
        </p:spPr>
      </p:pic>
      <p:sp>
        <p:nvSpPr>
          <p:cNvPr id="11"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Four fingers</a:t>
            </a:r>
            <a:endParaRPr lang="en-US" sz="1400" dirty="0"/>
          </a:p>
          <a:p>
            <a:pPr indent="0" marL="0">
              <a:spcAft>
                <a:spcPts val="100"/>
              </a:spcAft>
              <a:buNone/>
            </a:pPr>
            <a:r>
              <a:rPr lang="en-US" sz="1400" dirty="0">
                <a:solidFill>
                  <a:schemeClr val="tx2"/>
                </a:solidFill>
              </a:rPr>
              <a:t>workspaces; up for an overview</a:t>
            </a:r>
            <a:endParaRPr lang="en-US" sz="1400" dirty="0"/>
          </a:p>
        </p:txBody>
      </p:sp>
      <p:sp>
        <p:nvSpPr>
          <p:cNvPr id="12" name="dot-27"/>
          <p:cNvSpPr/>
          <p:nvPr/>
        </p:nvSpPr>
        <p:spPr>
          <a:xfrm>
            <a:off x="5852160" y="2898648"/>
            <a:ext cx="384048" cy="384048"/>
          </a:xfrm>
          <a:prstGeom prst="ellipse">
            <a:avLst/>
          </a:prstGeom>
          <a:solidFill>
            <a:schemeClr val="accent1"/>
          </a:solidFill>
          <a:ln/>
        </p:spPr>
      </p:sp>
      <p:pic>
        <p:nvPicPr>
          <p:cNvPr id="13" name="icon-28" descr="/tmp/tmp.WjEaqILH74/icons/system-run.png">    </p:cNvPr>
          <p:cNvPicPr>
            <a:picLocks noChangeAspect="1"/>
          </p:cNvPicPr>
          <p:nvPr/>
        </p:nvPicPr>
        <p:blipFill>
          <a:blip r:embed="rId4"/>
          <a:stretch>
            <a:fillRect/>
          </a:stretch>
        </p:blipFill>
        <p:spPr>
          <a:xfrm>
            <a:off x="5943600" y="2990088"/>
            <a:ext cx="201168" cy="201168"/>
          </a:xfrm>
          <a:prstGeom prst="rect">
            <a:avLst/>
          </a:prstGeom>
        </p:spPr>
      </p:pic>
      <p:sp>
        <p:nvSpPr>
          <p:cNvPr id="14"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15" name="dot-30"/>
          <p:cNvSpPr/>
          <p:nvPr/>
        </p:nvSpPr>
        <p:spPr>
          <a:xfrm>
            <a:off x="5852160" y="3675888"/>
            <a:ext cx="384048" cy="384048"/>
          </a:xfrm>
          <a:prstGeom prst="ellipse">
            <a:avLst/>
          </a:prstGeom>
          <a:solidFill>
            <a:schemeClr val="accent1"/>
          </a:solidFill>
          <a:ln/>
        </p:spPr>
      </p:sp>
      <p:pic>
        <p:nvPicPr>
          <p:cNvPr id="16" name="icon-31" descr="/tmp/tmp.WjEaqILH74/icons/view-reveal.png">    </p:cNvPr>
          <p:cNvPicPr>
            <a:picLocks noChangeAspect="1"/>
          </p:cNvPicPr>
          <p:nvPr/>
        </p:nvPicPr>
        <p:blipFill>
          <a:blip r:embed="rId5"/>
          <a:stretch>
            <a:fillRect/>
          </a:stretch>
        </p:blipFill>
        <p:spPr>
          <a:xfrm>
            <a:off x="5943600" y="3767328"/>
            <a:ext cx="201168" cy="201168"/>
          </a:xfrm>
          <a:prstGeom prst="rect">
            <a:avLst/>
          </a:prstGeom>
        </p:spPr>
      </p:pic>
      <p:sp>
        <p:nvSpPr>
          <p:cNvPr id="17"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Steady</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WjEaqILH74/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WjEaqILH74/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WjEaqILH74/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WjEaqILH74/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WjEaqILH74/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WjEaqILH74/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WjEaqILH74/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WjEaqILH74/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WjEaqILH74/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way</a:t>
            </a:r>
            <a:endParaRPr lang="en-US" sz="1400" dirty="0"/>
          </a:p>
          <a:p>
            <a:pPr indent="0" marL="0">
              <a:spcAft>
                <a:spcPts val="100"/>
              </a:spcAft>
              <a:buNone/>
            </a:pPr>
            <a:r>
              <a:rPr lang="en-US" sz="1400" dirty="0">
                <a:solidFill>
                  <a:schemeClr val="tx2"/>
                </a:solidFill>
              </a:rPr>
              <a:t>your name or your own line, spoken if you like</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WjEaqILH74/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WjEaqILH74/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WjEaqILH74/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WjEaqILH74/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WjEaqILH74/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WjEaqILH74/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WjEaqILH74/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WjEaqILH74/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over Wi-Fi</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WjEaqILH74/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WjEaqILH74/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WjEaqILH74/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WjEaqILH74/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WjEaqILH74/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WjEaqILH74/icons/view-reveal.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Focus mode</a:t>
            </a:r>
            <a:endParaRPr lang="en-US" sz="1500" dirty="0"/>
          </a:p>
          <a:p>
            <a:pPr indent="0" marL="0">
              <a:spcAft>
                <a:spcPts val="300"/>
              </a:spcAft>
              <a:buNone/>
            </a:pPr>
            <a:r>
              <a:rPr lang="en-US" sz="1200" dirty="0">
                <a:solidFill>
                  <a:schemeClr val="tx2"/>
                </a:solidFill>
              </a:rPr>
              <a:t>F11: nothing but the words</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WjEaqILH74/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FOCUS TIMER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Step away. It notices.</a:t>
            </a:r>
            <a:endParaRPr lang="en-US" sz="3000" dirty="0"/>
          </a:p>
        </p:txBody>
      </p:sp>
      <p:pic>
        <p:nvPicPr>
          <p:cNvPr id="5" name="saver-bubbles-107" descr="/tmp/tmp.WjEaqILH74/img/saver-bubbles.jpg">    </p:cNvPr>
          <p:cNvPicPr>
            <a:picLocks noChangeAspect="1"/>
          </p:cNvPicPr>
          <p:nvPr/>
        </p:nvPicPr>
        <p:blipFill>
          <a:blip r:embed="rId1"/>
          <a:stretch>
            <a:fillRect/>
          </a:stretch>
        </p:blipFill>
        <p:spPr>
          <a:xfrm>
            <a:off x="457200" y="1280160"/>
            <a:ext cx="4023360" cy="2263140"/>
          </a:xfrm>
          <a:prstGeom prst="rect">
            <a:avLst/>
          </a:prstGeom>
          <a:effectLst>
            <a:outerShdw sx="100000" sy="100000" kx="0" ky="0" algn="bl" rotWithShape="0" blurRad="127000" dist="38100" dir="5400000">
              <a:srgbClr val="0B1430">
                <a:alpha val="18000"/>
              </a:srgbClr>
            </a:outerShdw>
          </a:effectLst>
        </p:spPr>
      </p:pic>
      <p:pic>
        <p:nvPicPr>
          <p:cNvPr id="6" name="saver-starfield-108" descr="/tmp/tmp.WjEaqILH74/img/saver-starfield.jpg">    </p:cNvPr>
          <p:cNvPicPr>
            <a:picLocks noChangeAspect="1"/>
          </p:cNvPicPr>
          <p:nvPr/>
        </p:nvPicPr>
        <p:blipFill>
          <a:blip r:embed="rId2"/>
          <a:stretch>
            <a:fillRect/>
          </a:stretch>
        </p:blipFill>
        <p:spPr>
          <a:xfrm>
            <a:off x="4663440" y="1280160"/>
            <a:ext cx="4023360" cy="2263140"/>
          </a:xfrm>
          <a:prstGeom prst="rect">
            <a:avLst/>
          </a:prstGeom>
          <a:effectLst>
            <a:outerShdw sx="100000" sy="100000" kx="0" ky="0" algn="bl" rotWithShape="0" blurRad="127000" dist="38100" dir="5400000">
              <a:srgbClr val="0B1430">
                <a:alpha val="18000"/>
              </a:srgbClr>
            </a:outerShdw>
          </a:effectLst>
        </p:spPr>
      </p:pic>
      <p:sp>
        <p:nvSpPr>
          <p:cNvPr id="7" name="caption-109"/>
          <p:cNvSpPr txBox="1"/>
          <p:nvPr/>
        </p:nvSpPr>
        <p:spPr>
          <a:xfrm>
            <a:off x="457200" y="3611880"/>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Bubbles or a starfield over your work; any touch and you're back</a:t>
            </a:r>
            <a:endParaRPr lang="en-US" sz="1000" dirty="0"/>
          </a:p>
        </p:txBody>
      </p:sp>
      <p:sp>
        <p:nvSpPr>
          <p:cNvPr id="8" name="dot-110"/>
          <p:cNvSpPr/>
          <p:nvPr/>
        </p:nvSpPr>
        <p:spPr>
          <a:xfrm>
            <a:off x="457200" y="3995928"/>
            <a:ext cx="384048" cy="384048"/>
          </a:xfrm>
          <a:prstGeom prst="ellipse">
            <a:avLst/>
          </a:prstGeom>
          <a:solidFill>
            <a:schemeClr val="accent1"/>
          </a:solidFill>
          <a:ln/>
        </p:spPr>
      </p:sp>
      <p:pic>
        <p:nvPicPr>
          <p:cNvPr id="9" name="icon-111" descr="/tmp/tmp.WjEaqILH74/icons/alarm.png">    </p:cNvPr>
          <p:cNvPicPr>
            <a:picLocks noChangeAspect="1"/>
          </p:cNvPicPr>
          <p:nvPr/>
        </p:nvPicPr>
        <p:blipFill>
          <a:blip r:embed="rId3"/>
          <a:stretch>
            <a:fillRect/>
          </a:stretch>
        </p:blipFill>
        <p:spPr>
          <a:xfrm>
            <a:off x="548640" y="4087368"/>
            <a:ext cx="201168" cy="201168"/>
          </a:xfrm>
          <a:prstGeom prst="rect">
            <a:avLst/>
          </a:prstGeom>
        </p:spPr>
      </p:pic>
      <p:sp>
        <p:nvSpPr>
          <p:cNvPr id="10" name="row-112"/>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Counts down in the top bar</a:t>
            </a:r>
            <a:endParaRPr lang="en-US" sz="1400" dirty="0"/>
          </a:p>
          <a:p>
            <a:pPr indent="0" marL="0">
              <a:spcAft>
                <a:spcPts val="100"/>
              </a:spcAft>
              <a:buNone/>
            </a:pPr>
            <a:r>
              <a:rPr lang="en-US" sz="1400" dirty="0">
                <a:solidFill>
                  <a:schemeClr val="tx2"/>
                </a:solidFill>
              </a:rPr>
              <a:t>the window gets out of your way</a:t>
            </a:r>
            <a:endParaRPr lang="en-US" sz="1400" dirty="0"/>
          </a:p>
        </p:txBody>
      </p:sp>
      <p:sp>
        <p:nvSpPr>
          <p:cNvPr id="11" name="dot-113"/>
          <p:cNvSpPr/>
          <p:nvPr/>
        </p:nvSpPr>
        <p:spPr>
          <a:xfrm>
            <a:off x="4663440" y="3995928"/>
            <a:ext cx="384048" cy="384048"/>
          </a:xfrm>
          <a:prstGeom prst="ellipse">
            <a:avLst/>
          </a:prstGeom>
          <a:solidFill>
            <a:schemeClr val="accent1"/>
          </a:solidFill>
          <a:ln/>
        </p:spPr>
      </p:sp>
      <p:pic>
        <p:nvPicPr>
          <p:cNvPr id="12" name="icon-114" descr="/tmp/tmp.WjEaqILH74/icons/face-smile.png">    </p:cNvPr>
          <p:cNvPicPr>
            <a:picLocks noChangeAspect="1"/>
          </p:cNvPicPr>
          <p:nvPr/>
        </p:nvPicPr>
        <p:blipFill>
          <a:blip r:embed="rId4"/>
          <a:stretch>
            <a:fillRect/>
          </a:stretch>
        </p:blipFill>
        <p:spPr>
          <a:xfrm>
            <a:off x="4754880" y="4087368"/>
            <a:ext cx="201168" cy="201168"/>
          </a:xfrm>
          <a:prstGeom prst="rect">
            <a:avLst/>
          </a:prstGeom>
        </p:spPr>
      </p:pic>
      <p:sp>
        <p:nvSpPr>
          <p:cNvPr id="13" name="row-115"/>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celebration, not an alarm</a:t>
            </a:r>
            <a:endParaRPr lang="en-US" sz="1400" dirty="0"/>
          </a:p>
          <a:p>
            <a:pPr indent="0" marL="0">
              <a:spcAft>
                <a:spcPts val="100"/>
              </a:spcAft>
              <a:buNone/>
            </a:pPr>
            <a:r>
              <a:rPr lang="en-US" sz="1400" dirty="0">
                <a:solidFill>
                  <a:schemeClr val="tx2"/>
                </a:solidFill>
              </a:rPr>
              <a:t>a little party when time's up</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WjEaqILH74/img/monitor.jpg">    </p:cNvPr>
          <p:cNvPicPr>
            <a:picLocks noChangeAspect="1"/>
          </p:cNvPicPr>
          <p:nvPr/>
        </p:nvPicPr>
        <p:blipFill>
          <a:blip r:embed="rId1"/>
          <a:stretch>
            <a:fillRect/>
          </a:stretch>
        </p:blipFill>
        <p:spPr>
          <a:xfrm>
            <a:off x="457200" y="1280160"/>
            <a:ext cx="2651760" cy="2377440"/>
          </a:xfrm>
          <a:prstGeom prst="rect">
            <a:avLst/>
          </a:prstGeom>
          <a:effectLst>
            <a:outerShdw sx="100000" sy="100000" kx="0" ky="0" algn="bl" rotWithShape="0" blurRad="127000" dist="38100" dir="5400000">
              <a:srgbClr val="0B1430">
                <a:alpha val="18000"/>
              </a:srgbClr>
            </a:outerShdw>
          </a:effectLst>
        </p:spPr>
      </p:pic>
      <p:pic>
        <p:nvPicPr>
          <p:cNvPr id="6" name="quick" descr="/tmp/tmp.WjEaqILH74/img/quick.jpg">    </p:cNvPr>
          <p:cNvPicPr>
            <a:picLocks noChangeAspect="1"/>
          </p:cNvPicPr>
          <p:nvPr/>
        </p:nvPicPr>
        <p:blipFill>
          <a:blip r:embed="rId2"/>
          <a:stretch>
            <a:fillRect/>
          </a:stretch>
        </p:blipFill>
        <p:spPr>
          <a:xfrm>
            <a:off x="3291840" y="1280160"/>
            <a:ext cx="2075688" cy="2377440"/>
          </a:xfrm>
          <a:prstGeom prst="rect">
            <a:avLst/>
          </a:prstGeom>
          <a:effectLst>
            <a:outerShdw sx="100000" sy="100000" kx="0" ky="0" algn="bl" rotWithShape="0" blurRad="127000" dist="38100" dir="5400000">
              <a:srgbClr val="0B1430">
                <a:alpha val="18000"/>
              </a:srgbClr>
            </a:outerShdw>
          </a:effectLst>
        </p:spPr>
      </p:pic>
      <p:sp>
        <p:nvSpPr>
          <p:cNvPr id="7" name="caption-116"/>
          <p:cNvSpPr txBox="1"/>
          <p:nvPr/>
        </p:nvSpPr>
        <p:spPr>
          <a:xfrm>
            <a:off x="457200" y="3749040"/>
            <a:ext cx="4937760" cy="274320"/>
          </a:xfrm>
          <a:prstGeom prst="rect">
            <a:avLst/>
          </a:prstGeom>
          <a:noFill/>
          <a:ln/>
        </p:spPr>
        <p:txBody>
          <a:bodyPr wrap="square" lIns="0" tIns="0" rIns="0" bIns="0" rtlCol="0" anchor="ctr"/>
          <a:lstStyle/>
          <a:p>
            <a:pPr indent="0" marL="0">
              <a:buNone/>
            </a:pPr>
            <a:r>
              <a:rPr lang="en-US" sz="1000" i="1" dirty="0">
                <a:solidFill>
                  <a:schemeClr val="tx2"/>
                </a:solidFill>
              </a:rPr>
              <a:t>System monitor and Quick Settings</a:t>
            </a:r>
            <a:endParaRPr lang="en-US" sz="1000" dirty="0"/>
          </a:p>
        </p:txBody>
      </p:sp>
      <p:sp>
        <p:nvSpPr>
          <p:cNvPr id="8" name="dot-117"/>
          <p:cNvSpPr/>
          <p:nvPr/>
        </p:nvSpPr>
        <p:spPr>
          <a:xfrm>
            <a:off x="5669280" y="1344168"/>
            <a:ext cx="384048" cy="384048"/>
          </a:xfrm>
          <a:prstGeom prst="ellipse">
            <a:avLst/>
          </a:prstGeom>
          <a:solidFill>
            <a:schemeClr val="accent1"/>
          </a:solidFill>
          <a:ln/>
        </p:spPr>
      </p:sp>
      <p:pic>
        <p:nvPicPr>
          <p:cNvPr id="9" name="icon-118" descr="/tmp/tmp.WjEaqILH74/icons/video-display.png">    </p:cNvPr>
          <p:cNvPicPr>
            <a:picLocks noChangeAspect="1"/>
          </p:cNvPicPr>
          <p:nvPr/>
        </p:nvPicPr>
        <p:blipFill>
          <a:blip r:embed="rId3"/>
          <a:stretch>
            <a:fillRect/>
          </a:stretch>
        </p:blipFill>
        <p:spPr>
          <a:xfrm>
            <a:off x="5760720" y="1435608"/>
            <a:ext cx="201168" cy="201168"/>
          </a:xfrm>
          <a:prstGeom prst="rect">
            <a:avLst/>
          </a:prstGeom>
        </p:spPr>
      </p:pic>
      <p:sp>
        <p:nvSpPr>
          <p:cNvPr id="10" name="row-119"/>
          <p:cNvSpPr txBox="1"/>
          <p:nvPr/>
        </p:nvSpPr>
        <p:spPr>
          <a:xfrm>
            <a:off x="6172200" y="1289304"/>
            <a:ext cx="25146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 draw</a:t>
            </a:r>
            <a:endParaRPr lang="en-US" sz="1400" dirty="0"/>
          </a:p>
        </p:txBody>
      </p:sp>
      <p:sp>
        <p:nvSpPr>
          <p:cNvPr id="11" name="dot-120"/>
          <p:cNvSpPr/>
          <p:nvPr/>
        </p:nvSpPr>
        <p:spPr>
          <a:xfrm>
            <a:off x="5669280" y="2121408"/>
            <a:ext cx="384048" cy="384048"/>
          </a:xfrm>
          <a:prstGeom prst="ellipse">
            <a:avLst/>
          </a:prstGeom>
          <a:solidFill>
            <a:schemeClr val="accent1"/>
          </a:solidFill>
          <a:ln/>
        </p:spPr>
      </p:sp>
      <p:pic>
        <p:nvPicPr>
          <p:cNvPr id="12" name="icon-121" descr="/tmp/tmp.WjEaqILH74/icons/edit-paste.png">    </p:cNvPr>
          <p:cNvPicPr>
            <a:picLocks noChangeAspect="1"/>
          </p:cNvPicPr>
          <p:nvPr/>
        </p:nvPicPr>
        <p:blipFill>
          <a:blip r:embed="rId4"/>
          <a:stretch>
            <a:fillRect/>
          </a:stretch>
        </p:blipFill>
        <p:spPr>
          <a:xfrm>
            <a:off x="5760720" y="2212848"/>
            <a:ext cx="201168" cy="201168"/>
          </a:xfrm>
          <a:prstGeom prst="rect">
            <a:avLst/>
          </a:prstGeom>
        </p:spPr>
      </p:pic>
      <p:sp>
        <p:nvSpPr>
          <p:cNvPr id="13" name="row-122"/>
          <p:cNvSpPr txBox="1"/>
          <p:nvPr/>
        </p:nvSpPr>
        <p:spPr>
          <a:xfrm>
            <a:off x="6172200" y="2066544"/>
            <a:ext cx="25146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14" name="dot-123"/>
          <p:cNvSpPr/>
          <p:nvPr/>
        </p:nvSpPr>
        <p:spPr>
          <a:xfrm>
            <a:off x="5669280" y="2898648"/>
            <a:ext cx="384048" cy="384048"/>
          </a:xfrm>
          <a:prstGeom prst="ellipse">
            <a:avLst/>
          </a:prstGeom>
          <a:solidFill>
            <a:schemeClr val="accent1"/>
          </a:solidFill>
          <a:ln/>
        </p:spPr>
      </p:sp>
      <p:pic>
        <p:nvPicPr>
          <p:cNvPr id="15" name="icon-124" descr="/tmp/tmp.WjEaqILH74/icons/weather-clear-night.png">    </p:cNvPr>
          <p:cNvPicPr>
            <a:picLocks noChangeAspect="1"/>
          </p:cNvPicPr>
          <p:nvPr/>
        </p:nvPicPr>
        <p:blipFill>
          <a:blip r:embed="rId5"/>
          <a:stretch>
            <a:fillRect/>
          </a:stretch>
        </p:blipFill>
        <p:spPr>
          <a:xfrm>
            <a:off x="5760720" y="2990088"/>
            <a:ext cx="201168" cy="201168"/>
          </a:xfrm>
          <a:prstGeom prst="rect">
            <a:avLst/>
          </a:prstGeom>
        </p:spPr>
      </p:pic>
      <p:sp>
        <p:nvSpPr>
          <p:cNvPr id="16" name="row-125"/>
          <p:cNvSpPr txBox="1"/>
          <p:nvPr/>
        </p:nvSpPr>
        <p:spPr>
          <a:xfrm>
            <a:off x="6172200" y="2843784"/>
            <a:ext cx="25146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Keep awake</a:t>
            </a:r>
            <a:endParaRPr lang="en-US" sz="1400" dirty="0"/>
          </a:p>
          <a:p>
            <a:pPr indent="0" marL="0">
              <a:spcAft>
                <a:spcPts val="100"/>
              </a:spcAft>
              <a:buNone/>
            </a:pPr>
            <a:r>
              <a:rPr lang="en-US" sz="1400" dirty="0">
                <a:solidFill>
                  <a:schemeClr val="tx2"/>
                </a:solidFill>
              </a:rPr>
              <a:t>one switch for films and downloads</a:t>
            </a:r>
            <a:endParaRPr lang="en-US" sz="1400" dirty="0"/>
          </a:p>
        </p:txBody>
      </p:sp>
      <p:sp>
        <p:nvSpPr>
          <p:cNvPr id="17" name="dot-126"/>
          <p:cNvSpPr/>
          <p:nvPr/>
        </p:nvSpPr>
        <p:spPr>
          <a:xfrm>
            <a:off x="5669280" y="3675888"/>
            <a:ext cx="384048" cy="384048"/>
          </a:xfrm>
          <a:prstGeom prst="ellipse">
            <a:avLst/>
          </a:prstGeom>
          <a:solidFill>
            <a:schemeClr val="accent1"/>
          </a:solidFill>
          <a:ln/>
        </p:spPr>
      </p:sp>
      <p:pic>
        <p:nvPicPr>
          <p:cNvPr id="18" name="icon-127" descr="/tmp/tmp.WjEaqILH74/icons/view-grid.png">    </p:cNvPr>
          <p:cNvPicPr>
            <a:picLocks noChangeAspect="1"/>
          </p:cNvPicPr>
          <p:nvPr/>
        </p:nvPicPr>
        <p:blipFill>
          <a:blip r:embed="rId6"/>
          <a:stretch>
            <a:fillRect/>
          </a:stretch>
        </p:blipFill>
        <p:spPr>
          <a:xfrm>
            <a:off x="5760720" y="3767328"/>
            <a:ext cx="201168" cy="201168"/>
          </a:xfrm>
          <a:prstGeom prst="rect">
            <a:avLst/>
          </a:prstGeom>
        </p:spPr>
      </p:pic>
      <p:sp>
        <p:nvSpPr>
          <p:cNvPr id="19" name="row-128"/>
          <p:cNvSpPr txBox="1"/>
          <p:nvPr/>
        </p:nvSpPr>
        <p:spPr>
          <a:xfrm>
            <a:off x="6172200" y="3621024"/>
            <a:ext cx="25146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Tray icons</a:t>
            </a:r>
            <a:endParaRPr lang="en-US" sz="1400" dirty="0"/>
          </a:p>
          <a:p>
            <a:pPr indent="0" marL="0">
              <a:spcAft>
                <a:spcPts val="100"/>
              </a:spcAft>
              <a:buNone/>
            </a:pPr>
            <a:r>
              <a:rPr lang="en-US" sz="1400" dirty="0">
                <a:solidFill>
                  <a:schemeClr val="tx2"/>
                </a:solidFill>
              </a:rPr>
              <a:t>chat apps and launchers, like anywhere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29" descr="/tmp/tmp.WjEaqILH74/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0"/>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1" descr="/tmp/tmp.WjEaqILH74/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2"/>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33" descr="/tmp/tmp.WjEaqILH74/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34"/>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35" descr="/tmp/tmp.WjEaqILH74/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36"/>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37" descr="/tmp/tmp.WjEaqILH74/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38"/>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39" descr="/tmp/tmp.WjEaqILH74/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0"/>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1" descr="/tmp/tmp.WjEaqILH74/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2"/>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43" descr="/tmp/tmp.WjEaqILH74/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44"/>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45" descr="/tmp/tmp.WjEaqILH74/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46"/>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47" descr="/tmp/tmp.WjEaqILH74/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48"/>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49" descr="/tmp/tmp.WjEaqILH74/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0"/>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1" descr="/tmp/tmp.WjEaqILH74/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2"/>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53" descr="/tmp/tmp.WjEaqILH74/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54"/>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55" descr="/tmp/tmp.WjEaqILH74/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56"/>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57"/>
          <p:cNvSpPr/>
          <p:nvPr/>
        </p:nvSpPr>
        <p:spPr>
          <a:xfrm>
            <a:off x="457200" y="1280160"/>
            <a:ext cx="2651760" cy="1554480"/>
          </a:xfrm>
          <a:prstGeom prst="roundRect">
            <a:avLst>
              <a:gd name="adj" fmla="val 7059"/>
            </a:avLst>
          </a:prstGeom>
          <a:solidFill>
            <a:schemeClr val="bg2"/>
          </a:solidFill>
          <a:ln/>
        </p:spPr>
      </p:sp>
      <p:sp>
        <p:nvSpPr>
          <p:cNvPr id="6" name="dot-158"/>
          <p:cNvSpPr/>
          <p:nvPr/>
        </p:nvSpPr>
        <p:spPr>
          <a:xfrm>
            <a:off x="640080" y="1463040"/>
            <a:ext cx="384048" cy="384048"/>
          </a:xfrm>
          <a:prstGeom prst="ellipse">
            <a:avLst/>
          </a:prstGeom>
          <a:solidFill>
            <a:schemeClr val="accent1"/>
          </a:solidFill>
          <a:ln/>
        </p:spPr>
      </p:sp>
      <p:pic>
        <p:nvPicPr>
          <p:cNvPr id="7" name="icon-159" descr="/tmp/tmp.WjEaqILH74/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0"/>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1"/>
          <p:cNvSpPr/>
          <p:nvPr/>
        </p:nvSpPr>
        <p:spPr>
          <a:xfrm>
            <a:off x="3246120" y="1280160"/>
            <a:ext cx="2651760" cy="1554480"/>
          </a:xfrm>
          <a:prstGeom prst="roundRect">
            <a:avLst>
              <a:gd name="adj" fmla="val 7059"/>
            </a:avLst>
          </a:prstGeom>
          <a:solidFill>
            <a:schemeClr val="bg2"/>
          </a:solidFill>
          <a:ln/>
        </p:spPr>
      </p:sp>
      <p:sp>
        <p:nvSpPr>
          <p:cNvPr id="10" name="dot-162"/>
          <p:cNvSpPr/>
          <p:nvPr/>
        </p:nvSpPr>
        <p:spPr>
          <a:xfrm>
            <a:off x="3429000" y="1463040"/>
            <a:ext cx="384048" cy="384048"/>
          </a:xfrm>
          <a:prstGeom prst="ellipse">
            <a:avLst/>
          </a:prstGeom>
          <a:solidFill>
            <a:schemeClr val="accent1"/>
          </a:solidFill>
          <a:ln/>
        </p:spPr>
      </p:sp>
      <p:pic>
        <p:nvPicPr>
          <p:cNvPr id="11" name="icon-163" descr="/tmp/tmp.WjEaqILH74/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64"/>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65"/>
          <p:cNvSpPr/>
          <p:nvPr/>
        </p:nvSpPr>
        <p:spPr>
          <a:xfrm>
            <a:off x="6035040" y="1280160"/>
            <a:ext cx="2651760" cy="1554480"/>
          </a:xfrm>
          <a:prstGeom prst="roundRect">
            <a:avLst>
              <a:gd name="adj" fmla="val 7059"/>
            </a:avLst>
          </a:prstGeom>
          <a:solidFill>
            <a:schemeClr val="bg2"/>
          </a:solidFill>
          <a:ln/>
        </p:spPr>
      </p:sp>
      <p:sp>
        <p:nvSpPr>
          <p:cNvPr id="14" name="dot-166"/>
          <p:cNvSpPr/>
          <p:nvPr/>
        </p:nvSpPr>
        <p:spPr>
          <a:xfrm>
            <a:off x="6217920" y="1463040"/>
            <a:ext cx="384048" cy="384048"/>
          </a:xfrm>
          <a:prstGeom prst="ellipse">
            <a:avLst/>
          </a:prstGeom>
          <a:solidFill>
            <a:schemeClr val="accent1"/>
          </a:solidFill>
          <a:ln/>
        </p:spPr>
      </p:sp>
      <p:pic>
        <p:nvPicPr>
          <p:cNvPr id="15" name="icon-167" descr="/tmp/tmp.WjEaqILH74/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68"/>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69"/>
          <p:cNvSpPr/>
          <p:nvPr/>
        </p:nvSpPr>
        <p:spPr>
          <a:xfrm>
            <a:off x="457200" y="2971800"/>
            <a:ext cx="2651760" cy="1554480"/>
          </a:xfrm>
          <a:prstGeom prst="roundRect">
            <a:avLst>
              <a:gd name="adj" fmla="val 7059"/>
            </a:avLst>
          </a:prstGeom>
          <a:solidFill>
            <a:schemeClr val="bg2"/>
          </a:solidFill>
          <a:ln/>
        </p:spPr>
      </p:sp>
      <p:sp>
        <p:nvSpPr>
          <p:cNvPr id="18" name="dot-170"/>
          <p:cNvSpPr/>
          <p:nvPr/>
        </p:nvSpPr>
        <p:spPr>
          <a:xfrm>
            <a:off x="640080" y="3154680"/>
            <a:ext cx="384048" cy="384048"/>
          </a:xfrm>
          <a:prstGeom prst="ellipse">
            <a:avLst/>
          </a:prstGeom>
          <a:solidFill>
            <a:schemeClr val="accent1"/>
          </a:solidFill>
          <a:ln/>
        </p:spPr>
      </p:sp>
      <p:pic>
        <p:nvPicPr>
          <p:cNvPr id="19" name="icon-171" descr="/tmp/tmp.WjEaqILH74/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2"/>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73"/>
          <p:cNvSpPr/>
          <p:nvPr/>
        </p:nvSpPr>
        <p:spPr>
          <a:xfrm>
            <a:off x="3246120" y="2971800"/>
            <a:ext cx="2651760" cy="1554480"/>
          </a:xfrm>
          <a:prstGeom prst="roundRect">
            <a:avLst>
              <a:gd name="adj" fmla="val 7059"/>
            </a:avLst>
          </a:prstGeom>
          <a:solidFill>
            <a:schemeClr val="bg2"/>
          </a:solidFill>
          <a:ln/>
        </p:spPr>
      </p:sp>
      <p:sp>
        <p:nvSpPr>
          <p:cNvPr id="22" name="dot-174"/>
          <p:cNvSpPr/>
          <p:nvPr/>
        </p:nvSpPr>
        <p:spPr>
          <a:xfrm>
            <a:off x="3429000" y="3154680"/>
            <a:ext cx="384048" cy="384048"/>
          </a:xfrm>
          <a:prstGeom prst="ellipse">
            <a:avLst/>
          </a:prstGeom>
          <a:solidFill>
            <a:schemeClr val="accent1"/>
          </a:solidFill>
          <a:ln/>
        </p:spPr>
      </p:sp>
      <p:pic>
        <p:nvPicPr>
          <p:cNvPr id="23" name="icon-175" descr="/tmp/tmp.WjEaqILH74/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76"/>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77"/>
          <p:cNvSpPr/>
          <p:nvPr/>
        </p:nvSpPr>
        <p:spPr>
          <a:xfrm>
            <a:off x="6035040" y="2971800"/>
            <a:ext cx="2651760" cy="1554480"/>
          </a:xfrm>
          <a:prstGeom prst="roundRect">
            <a:avLst>
              <a:gd name="adj" fmla="val 7059"/>
            </a:avLst>
          </a:prstGeom>
          <a:solidFill>
            <a:schemeClr val="bg2"/>
          </a:solidFill>
          <a:ln/>
        </p:spPr>
      </p:sp>
      <p:sp>
        <p:nvSpPr>
          <p:cNvPr id="26" name="dot-178"/>
          <p:cNvSpPr/>
          <p:nvPr/>
        </p:nvSpPr>
        <p:spPr>
          <a:xfrm>
            <a:off x="6217920" y="3154680"/>
            <a:ext cx="384048" cy="384048"/>
          </a:xfrm>
          <a:prstGeom prst="ellipse">
            <a:avLst/>
          </a:prstGeom>
          <a:solidFill>
            <a:schemeClr val="accent1"/>
          </a:solidFill>
          <a:ln/>
        </p:spPr>
      </p:sp>
      <p:pic>
        <p:nvPicPr>
          <p:cNvPr id="27" name="icon-179" descr="/tmp/tmp.WjEaqILH74/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0"/>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1"/>
          <p:cNvSpPr/>
          <p:nvPr/>
        </p:nvSpPr>
        <p:spPr>
          <a:xfrm>
            <a:off x="457200" y="1325880"/>
            <a:ext cx="1325880" cy="365760"/>
          </a:xfrm>
          <a:prstGeom prst="roundRect">
            <a:avLst>
              <a:gd name="adj" fmla="val 20000"/>
            </a:avLst>
          </a:prstGeom>
          <a:solidFill>
            <a:schemeClr val="bg2"/>
          </a:solidFill>
          <a:ln/>
        </p:spPr>
      </p:sp>
      <p:sp>
        <p:nvSpPr>
          <p:cNvPr id="6" name="keytext-182"/>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83"/>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84"/>
          <p:cNvSpPr/>
          <p:nvPr/>
        </p:nvSpPr>
        <p:spPr>
          <a:xfrm>
            <a:off x="2926080" y="1325880"/>
            <a:ext cx="1325880" cy="365760"/>
          </a:xfrm>
          <a:prstGeom prst="roundRect">
            <a:avLst>
              <a:gd name="adj" fmla="val 20000"/>
            </a:avLst>
          </a:prstGeom>
          <a:solidFill>
            <a:schemeClr val="bg2"/>
          </a:solidFill>
          <a:ln/>
        </p:spPr>
      </p:sp>
      <p:sp>
        <p:nvSpPr>
          <p:cNvPr id="9" name="keytext-185"/>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86"/>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87"/>
          <p:cNvSpPr/>
          <p:nvPr/>
        </p:nvSpPr>
        <p:spPr>
          <a:xfrm>
            <a:off x="457200" y="1947672"/>
            <a:ext cx="1325880" cy="365760"/>
          </a:xfrm>
          <a:prstGeom prst="roundRect">
            <a:avLst>
              <a:gd name="adj" fmla="val 20000"/>
            </a:avLst>
          </a:prstGeom>
          <a:solidFill>
            <a:schemeClr val="bg2"/>
          </a:solidFill>
          <a:ln/>
        </p:spPr>
      </p:sp>
      <p:sp>
        <p:nvSpPr>
          <p:cNvPr id="12" name="keytext-188"/>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89"/>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0"/>
          <p:cNvSpPr/>
          <p:nvPr/>
        </p:nvSpPr>
        <p:spPr>
          <a:xfrm>
            <a:off x="2926080" y="1947672"/>
            <a:ext cx="1325880" cy="365760"/>
          </a:xfrm>
          <a:prstGeom prst="roundRect">
            <a:avLst>
              <a:gd name="adj" fmla="val 20000"/>
            </a:avLst>
          </a:prstGeom>
          <a:solidFill>
            <a:schemeClr val="bg2"/>
          </a:solidFill>
          <a:ln/>
        </p:spPr>
      </p:sp>
      <p:sp>
        <p:nvSpPr>
          <p:cNvPr id="15" name="keytext-191"/>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2"/>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193"/>
          <p:cNvSpPr/>
          <p:nvPr/>
        </p:nvSpPr>
        <p:spPr>
          <a:xfrm>
            <a:off x="457200" y="2569464"/>
            <a:ext cx="1325880" cy="365760"/>
          </a:xfrm>
          <a:prstGeom prst="roundRect">
            <a:avLst>
              <a:gd name="adj" fmla="val 20000"/>
            </a:avLst>
          </a:prstGeom>
          <a:solidFill>
            <a:schemeClr val="bg2"/>
          </a:solidFill>
          <a:ln/>
        </p:spPr>
      </p:sp>
      <p:sp>
        <p:nvSpPr>
          <p:cNvPr id="18" name="keytext-194"/>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195"/>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196"/>
          <p:cNvSpPr/>
          <p:nvPr/>
        </p:nvSpPr>
        <p:spPr>
          <a:xfrm>
            <a:off x="2926080" y="2569464"/>
            <a:ext cx="1325880" cy="365760"/>
          </a:xfrm>
          <a:prstGeom prst="roundRect">
            <a:avLst>
              <a:gd name="adj" fmla="val 20000"/>
            </a:avLst>
          </a:prstGeom>
          <a:solidFill>
            <a:schemeClr val="bg2"/>
          </a:solidFill>
          <a:ln/>
        </p:spPr>
      </p:sp>
      <p:sp>
        <p:nvSpPr>
          <p:cNvPr id="21" name="keytext-197"/>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198"/>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199"/>
          <p:cNvSpPr/>
          <p:nvPr/>
        </p:nvSpPr>
        <p:spPr>
          <a:xfrm>
            <a:off x="457200" y="3191256"/>
            <a:ext cx="1325880" cy="365760"/>
          </a:xfrm>
          <a:prstGeom prst="roundRect">
            <a:avLst>
              <a:gd name="adj" fmla="val 20000"/>
            </a:avLst>
          </a:prstGeom>
          <a:solidFill>
            <a:schemeClr val="bg2"/>
          </a:solidFill>
          <a:ln/>
        </p:spPr>
      </p:sp>
      <p:sp>
        <p:nvSpPr>
          <p:cNvPr id="24" name="keytext-200"/>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1"/>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2"/>
          <p:cNvSpPr/>
          <p:nvPr/>
        </p:nvSpPr>
        <p:spPr>
          <a:xfrm>
            <a:off x="2926080" y="3191256"/>
            <a:ext cx="1325880" cy="365760"/>
          </a:xfrm>
          <a:prstGeom prst="roundRect">
            <a:avLst>
              <a:gd name="adj" fmla="val 20000"/>
            </a:avLst>
          </a:prstGeom>
          <a:solidFill>
            <a:schemeClr val="bg2"/>
          </a:solidFill>
          <a:ln/>
        </p:spPr>
      </p:sp>
      <p:sp>
        <p:nvSpPr>
          <p:cNvPr id="27" name="keytext-203"/>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04"/>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05"/>
          <p:cNvSpPr/>
          <p:nvPr/>
        </p:nvSpPr>
        <p:spPr>
          <a:xfrm>
            <a:off x="457200" y="3813048"/>
            <a:ext cx="1325880" cy="365760"/>
          </a:xfrm>
          <a:prstGeom prst="roundRect">
            <a:avLst>
              <a:gd name="adj" fmla="val 20000"/>
            </a:avLst>
          </a:prstGeom>
          <a:solidFill>
            <a:schemeClr val="bg2"/>
          </a:solidFill>
          <a:ln/>
        </p:spPr>
      </p:sp>
      <p:sp>
        <p:nvSpPr>
          <p:cNvPr id="30" name="keytext-206"/>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07"/>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08"/>
          <p:cNvSpPr/>
          <p:nvPr/>
        </p:nvSpPr>
        <p:spPr>
          <a:xfrm>
            <a:off x="2926080" y="3813048"/>
            <a:ext cx="1325880" cy="365760"/>
          </a:xfrm>
          <a:prstGeom prst="roundRect">
            <a:avLst>
              <a:gd name="adj" fmla="val 20000"/>
            </a:avLst>
          </a:prstGeom>
          <a:solidFill>
            <a:schemeClr val="bg2"/>
          </a:solidFill>
          <a:ln/>
        </p:spPr>
      </p:sp>
      <p:sp>
        <p:nvSpPr>
          <p:cNvPr id="33" name="keytext-209"/>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0"/>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WjEaqILH74/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1"/>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2"/>
          <p:cNvSpPr/>
          <p:nvPr/>
        </p:nvSpPr>
        <p:spPr>
          <a:xfrm>
            <a:off x="457200" y="1344168"/>
            <a:ext cx="384048" cy="384048"/>
          </a:xfrm>
          <a:prstGeom prst="ellipse">
            <a:avLst/>
          </a:prstGeom>
          <a:solidFill>
            <a:schemeClr val="accent1"/>
          </a:solidFill>
          <a:ln/>
        </p:spPr>
      </p:sp>
      <p:pic>
        <p:nvPicPr>
          <p:cNvPr id="6" name="icon-213" descr="/tmp/tmp.WjEaqILH74/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14"/>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15"/>
          <p:cNvSpPr/>
          <p:nvPr/>
        </p:nvSpPr>
        <p:spPr>
          <a:xfrm>
            <a:off x="457200" y="2029968"/>
            <a:ext cx="384048" cy="384048"/>
          </a:xfrm>
          <a:prstGeom prst="ellipse">
            <a:avLst/>
          </a:prstGeom>
          <a:solidFill>
            <a:schemeClr val="accent1"/>
          </a:solidFill>
          <a:ln/>
        </p:spPr>
      </p:sp>
      <p:pic>
        <p:nvPicPr>
          <p:cNvPr id="9" name="icon-216" descr="/tmp/tmp.WjEaqILH74/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17"/>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18"/>
          <p:cNvSpPr/>
          <p:nvPr/>
        </p:nvSpPr>
        <p:spPr>
          <a:xfrm>
            <a:off x="457200" y="2715768"/>
            <a:ext cx="384048" cy="384048"/>
          </a:xfrm>
          <a:prstGeom prst="ellipse">
            <a:avLst/>
          </a:prstGeom>
          <a:solidFill>
            <a:schemeClr val="accent1"/>
          </a:solidFill>
          <a:ln/>
        </p:spPr>
      </p:sp>
      <p:pic>
        <p:nvPicPr>
          <p:cNvPr id="12" name="icon-219" descr="/tmp/tmp.WjEaqILH74/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0"/>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1"/>
          <p:cNvSpPr/>
          <p:nvPr/>
        </p:nvSpPr>
        <p:spPr>
          <a:xfrm>
            <a:off x="457200" y="3401568"/>
            <a:ext cx="384048" cy="384048"/>
          </a:xfrm>
          <a:prstGeom prst="ellipse">
            <a:avLst/>
          </a:prstGeom>
          <a:solidFill>
            <a:schemeClr val="accent1"/>
          </a:solidFill>
          <a:ln/>
        </p:spPr>
      </p:sp>
      <p:pic>
        <p:nvPicPr>
          <p:cNvPr id="15" name="icon-222" descr="/tmp/tmp.WjEaqILH74/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23"/>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24"/>
          <p:cNvSpPr/>
          <p:nvPr/>
        </p:nvSpPr>
        <p:spPr>
          <a:xfrm>
            <a:off x="457200" y="4087368"/>
            <a:ext cx="384048" cy="384048"/>
          </a:xfrm>
          <a:prstGeom prst="ellipse">
            <a:avLst/>
          </a:prstGeom>
          <a:solidFill>
            <a:schemeClr val="accent1"/>
          </a:solidFill>
          <a:ln/>
        </p:spPr>
      </p:sp>
      <p:pic>
        <p:nvPicPr>
          <p:cNvPr id="18" name="icon-225" descr="/tmp/tmp.WjEaqILH74/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26"/>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WjEaqILH74/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27"/>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28"/>
          <p:cNvSpPr/>
          <p:nvPr/>
        </p:nvSpPr>
        <p:spPr>
          <a:xfrm>
            <a:off x="548640" y="1691640"/>
            <a:ext cx="8046720" cy="512064"/>
          </a:xfrm>
          <a:prstGeom prst="roundRect">
            <a:avLst>
              <a:gd name="adj" fmla="val 17857"/>
            </a:avLst>
          </a:prstGeom>
          <a:solidFill>
            <a:schemeClr val="tx2">
              <a:alpha val="45000"/>
            </a:schemeClr>
          </a:solidFill>
          <a:ln/>
        </p:spPr>
      </p:sp>
      <p:sp>
        <p:nvSpPr>
          <p:cNvPr id="5" name="cmd-229"/>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0"/>
          <p:cNvSpPr/>
          <p:nvPr/>
        </p:nvSpPr>
        <p:spPr>
          <a:xfrm>
            <a:off x="548640" y="2350008"/>
            <a:ext cx="8046720" cy="512064"/>
          </a:xfrm>
          <a:prstGeom prst="roundRect">
            <a:avLst>
              <a:gd name="adj" fmla="val 17857"/>
            </a:avLst>
          </a:prstGeom>
          <a:solidFill>
            <a:schemeClr val="tx2">
              <a:alpha val="45000"/>
            </a:schemeClr>
          </a:solidFill>
          <a:ln/>
        </p:spPr>
      </p:sp>
      <p:sp>
        <p:nvSpPr>
          <p:cNvPr id="7" name="cmd-231"/>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2"/>
          <p:cNvSpPr/>
          <p:nvPr/>
        </p:nvSpPr>
        <p:spPr>
          <a:xfrm>
            <a:off x="548640" y="3008376"/>
            <a:ext cx="8046720" cy="512064"/>
          </a:xfrm>
          <a:prstGeom prst="roundRect">
            <a:avLst>
              <a:gd name="adj" fmla="val 17857"/>
            </a:avLst>
          </a:prstGeom>
          <a:solidFill>
            <a:schemeClr val="tx2">
              <a:alpha val="45000"/>
            </a:schemeClr>
          </a:solidFill>
          <a:ln/>
        </p:spPr>
      </p:sp>
      <p:sp>
        <p:nvSpPr>
          <p:cNvPr id="9" name="cmd-233"/>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2026-10-23T20:51:02Z</dcterms:created>
  <dcterms:modified xsi:type="dcterms:W3CDTF">2026-10-23T20:51:02Z</dcterms:modified>
</cp:coreProperties>
</file>